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7" r:id="rId10"/>
    <p:sldId id="264" r:id="rId11"/>
    <p:sldId id="268" r:id="rId12"/>
    <p:sldId id="265" r:id="rId13"/>
    <p:sldId id="266"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611655-7B33-6252-E7A0-9AD9AF300AA1}" v="380" dt="2025-11-24T06:13:51.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hita Duvvada" userId="80f42f886409d36a" providerId="Windows Live" clId="Web-{B0611655-7B33-6252-E7A0-9AD9AF300AA1}"/>
    <pc:docChg chg="addSld modSld">
      <pc:chgData name="Eshita Duvvada" userId="80f42f886409d36a" providerId="Windows Live" clId="Web-{B0611655-7B33-6252-E7A0-9AD9AF300AA1}" dt="2025-11-24T06:14:21.286" v="394"/>
      <pc:docMkLst>
        <pc:docMk/>
      </pc:docMkLst>
      <pc:sldChg chg="addSp delSp modSp mod setBg">
        <pc:chgData name="Eshita Duvvada" userId="80f42f886409d36a" providerId="Windows Live" clId="Web-{B0611655-7B33-6252-E7A0-9AD9AF300AA1}" dt="2025-11-24T02:37:17.127" v="34"/>
        <pc:sldMkLst>
          <pc:docMk/>
          <pc:sldMk cId="109857222" sldId="256"/>
        </pc:sldMkLst>
        <pc:spChg chg="mod">
          <ac:chgData name="Eshita Duvvada" userId="80f42f886409d36a" providerId="Windows Live" clId="Web-{B0611655-7B33-6252-E7A0-9AD9AF300AA1}" dt="2025-11-24T02:37:17.127" v="34"/>
          <ac:spMkLst>
            <pc:docMk/>
            <pc:sldMk cId="109857222" sldId="256"/>
            <ac:spMk id="2" creationId="{00000000-0000-0000-0000-000000000000}"/>
          </ac:spMkLst>
        </pc:spChg>
        <pc:spChg chg="mod">
          <ac:chgData name="Eshita Duvvada" userId="80f42f886409d36a" providerId="Windows Live" clId="Web-{B0611655-7B33-6252-E7A0-9AD9AF300AA1}" dt="2025-11-24T02:37:17.127" v="34"/>
          <ac:spMkLst>
            <pc:docMk/>
            <pc:sldMk cId="109857222" sldId="256"/>
            <ac:spMk id="3" creationId="{00000000-0000-0000-0000-000000000000}"/>
          </ac:spMkLst>
        </pc:spChg>
        <pc:spChg chg="add del">
          <ac:chgData name="Eshita Duvvada" userId="80f42f886409d36a" providerId="Windows Live" clId="Web-{B0611655-7B33-6252-E7A0-9AD9AF300AA1}" dt="2025-11-24T02:37:03.939" v="31"/>
          <ac:spMkLst>
            <pc:docMk/>
            <pc:sldMk cId="109857222" sldId="256"/>
            <ac:spMk id="8" creationId="{C7D023E4-8DE1-436E-9847-ED6A4B4B04FD}"/>
          </ac:spMkLst>
        </pc:spChg>
        <pc:spChg chg="add del">
          <ac:chgData name="Eshita Duvvada" userId="80f42f886409d36a" providerId="Windows Live" clId="Web-{B0611655-7B33-6252-E7A0-9AD9AF300AA1}" dt="2025-11-24T02:37:17.096" v="33"/>
          <ac:spMkLst>
            <pc:docMk/>
            <pc:sldMk cId="109857222" sldId="256"/>
            <ac:spMk id="23" creationId="{787F4F1C-8D3D-4EC1-B72D-A0470A5A08B8}"/>
          </ac:spMkLst>
        </pc:spChg>
        <pc:spChg chg="add">
          <ac:chgData name="Eshita Duvvada" userId="80f42f886409d36a" providerId="Windows Live" clId="Web-{B0611655-7B33-6252-E7A0-9AD9AF300AA1}" dt="2025-11-24T02:37:17.127" v="34"/>
          <ac:spMkLst>
            <pc:docMk/>
            <pc:sldMk cId="109857222" sldId="256"/>
            <ac:spMk id="27" creationId="{A8DB9CD9-59B1-4D73-BC4C-98796A48EF9B}"/>
          </ac:spMkLst>
        </pc:spChg>
        <pc:spChg chg="add">
          <ac:chgData name="Eshita Duvvada" userId="80f42f886409d36a" providerId="Windows Live" clId="Web-{B0611655-7B33-6252-E7A0-9AD9AF300AA1}" dt="2025-11-24T02:37:17.127" v="34"/>
          <ac:spMkLst>
            <pc:docMk/>
            <pc:sldMk cId="109857222" sldId="256"/>
            <ac:spMk id="28" creationId="{8874A6A9-41FF-4E33-AFA8-F9F81436A59E}"/>
          </ac:spMkLst>
        </pc:spChg>
        <pc:grpChg chg="add del">
          <ac:chgData name="Eshita Duvvada" userId="80f42f886409d36a" providerId="Windows Live" clId="Web-{B0611655-7B33-6252-E7A0-9AD9AF300AA1}" dt="2025-11-24T02:37:03.939" v="31"/>
          <ac:grpSpMkLst>
            <pc:docMk/>
            <pc:sldMk cId="109857222" sldId="256"/>
            <ac:grpSpMk id="10" creationId="{1FEC590B-3306-47E9-BD67-97F3F76169A4}"/>
          </ac:grpSpMkLst>
        </pc:grpChg>
        <pc:grpChg chg="add">
          <ac:chgData name="Eshita Duvvada" userId="80f42f886409d36a" providerId="Windows Live" clId="Web-{B0611655-7B33-6252-E7A0-9AD9AF300AA1}" dt="2025-11-24T02:37:17.127" v="34"/>
          <ac:grpSpMkLst>
            <pc:docMk/>
            <pc:sldMk cId="109857222" sldId="256"/>
            <ac:grpSpMk id="12" creationId="{721D730E-1F97-4071-B143-B05E6D2599BC}"/>
          </ac:grpSpMkLst>
        </pc:grpChg>
        <pc:grpChg chg="add del">
          <ac:chgData name="Eshita Duvvada" userId="80f42f886409d36a" providerId="Windows Live" clId="Web-{B0611655-7B33-6252-E7A0-9AD9AF300AA1}" dt="2025-11-24T02:37:03.939" v="31"/>
          <ac:grpSpMkLst>
            <pc:docMk/>
            <pc:sldMk cId="109857222" sldId="256"/>
            <ac:grpSpMk id="14" creationId="{A47AAF5E-1692-48C9-98FB-6432BF0BC4F7}"/>
          </ac:grpSpMkLst>
        </pc:grpChg>
        <pc:grpChg chg="add del">
          <ac:chgData name="Eshita Duvvada" userId="80f42f886409d36a" providerId="Windows Live" clId="Web-{B0611655-7B33-6252-E7A0-9AD9AF300AA1}" dt="2025-11-24T02:37:17.096" v="33"/>
          <ac:grpSpMkLst>
            <pc:docMk/>
            <pc:sldMk cId="109857222" sldId="256"/>
            <ac:grpSpMk id="24" creationId="{D1E3DD61-64DB-46AD-B249-E273CD86B051}"/>
          </ac:grpSpMkLst>
        </pc:grpChg>
      </pc:sldChg>
      <pc:sldChg chg="addSp delSp modSp new mod setBg">
        <pc:chgData name="Eshita Duvvada" userId="80f42f886409d36a" providerId="Windows Live" clId="Web-{B0611655-7B33-6252-E7A0-9AD9AF300AA1}" dt="2025-11-24T03:04:19.311" v="99"/>
        <pc:sldMkLst>
          <pc:docMk/>
          <pc:sldMk cId="3964051276" sldId="257"/>
        </pc:sldMkLst>
        <pc:spChg chg="mod">
          <ac:chgData name="Eshita Duvvada" userId="80f42f886409d36a" providerId="Windows Live" clId="Web-{B0611655-7B33-6252-E7A0-9AD9AF300AA1}" dt="2025-11-24T03:04:19.311" v="99"/>
          <ac:spMkLst>
            <pc:docMk/>
            <pc:sldMk cId="3964051276" sldId="257"/>
            <ac:spMk id="2" creationId="{C8A73FB6-E183-3AC5-BD0F-041715B51C11}"/>
          </ac:spMkLst>
        </pc:spChg>
        <pc:spChg chg="mod">
          <ac:chgData name="Eshita Duvvada" userId="80f42f886409d36a" providerId="Windows Live" clId="Web-{B0611655-7B33-6252-E7A0-9AD9AF300AA1}" dt="2025-11-24T03:04:19.311" v="99"/>
          <ac:spMkLst>
            <pc:docMk/>
            <pc:sldMk cId="3964051276" sldId="257"/>
            <ac:spMk id="3" creationId="{AD86C51A-B268-67EC-6FC7-2E884AFC2CB7}"/>
          </ac:spMkLst>
        </pc:spChg>
        <pc:spChg chg="add del">
          <ac:chgData name="Eshita Duvvada" userId="80f42f886409d36a" providerId="Windows Live" clId="Web-{B0611655-7B33-6252-E7A0-9AD9AF300AA1}" dt="2025-11-24T03:04:19.295" v="98"/>
          <ac:spMkLst>
            <pc:docMk/>
            <pc:sldMk cId="3964051276" sldId="257"/>
            <ac:spMk id="10" creationId="{EDDBB197-D710-4A4F-A9CA-FD2177498BE8}"/>
          </ac:spMkLst>
        </pc:spChg>
        <pc:spChg chg="add del">
          <ac:chgData name="Eshita Duvvada" userId="80f42f886409d36a" providerId="Windows Live" clId="Web-{B0611655-7B33-6252-E7A0-9AD9AF300AA1}" dt="2025-11-24T03:04:19.295" v="98"/>
          <ac:spMkLst>
            <pc:docMk/>
            <pc:sldMk cId="3964051276" sldId="257"/>
            <ac:spMk id="12" creationId="{975D1CFA-2CDB-4B64-BD9F-85744E8DA12F}"/>
          </ac:spMkLst>
        </pc:spChg>
        <pc:spChg chg="add">
          <ac:chgData name="Eshita Duvvada" userId="80f42f886409d36a" providerId="Windows Live" clId="Web-{B0611655-7B33-6252-E7A0-9AD9AF300AA1}" dt="2025-11-24T03:04:19.311" v="99"/>
          <ac:spMkLst>
            <pc:docMk/>
            <pc:sldMk cId="3964051276" sldId="257"/>
            <ac:spMk id="20" creationId="{245A9F99-D9B1-4094-A2E2-B90AC1DB7B9C}"/>
          </ac:spMkLst>
        </pc:spChg>
        <pc:spChg chg="add">
          <ac:chgData name="Eshita Duvvada" userId="80f42f886409d36a" providerId="Windows Live" clId="Web-{B0611655-7B33-6252-E7A0-9AD9AF300AA1}" dt="2025-11-24T03:04:19.311" v="99"/>
          <ac:spMkLst>
            <pc:docMk/>
            <pc:sldMk cId="3964051276" sldId="257"/>
            <ac:spMk id="21" creationId="{B7FAF607-473A-4A43-A23D-BBFF5C4117BB}"/>
          </ac:spMkLst>
        </pc:spChg>
        <pc:grpChg chg="add del">
          <ac:chgData name="Eshita Duvvada" userId="80f42f886409d36a" providerId="Windows Live" clId="Web-{B0611655-7B33-6252-E7A0-9AD9AF300AA1}" dt="2025-11-24T03:04:19.295" v="98"/>
          <ac:grpSpMkLst>
            <pc:docMk/>
            <pc:sldMk cId="3964051276" sldId="257"/>
            <ac:grpSpMk id="14" creationId="{25EE5136-01F1-466C-962D-BA9B4C6757AA}"/>
          </ac:grpSpMkLst>
        </pc:grpChg>
        <pc:grpChg chg="add">
          <ac:chgData name="Eshita Duvvada" userId="80f42f886409d36a" providerId="Windows Live" clId="Web-{B0611655-7B33-6252-E7A0-9AD9AF300AA1}" dt="2025-11-24T03:04:19.311" v="99"/>
          <ac:grpSpMkLst>
            <pc:docMk/>
            <pc:sldMk cId="3964051276" sldId="257"/>
            <ac:grpSpMk id="23" creationId="{C5F6476F-D303-44D3-B30F-1BA348F0F64A}"/>
          </ac:grpSpMkLst>
        </pc:grpChg>
        <pc:picChg chg="add del">
          <ac:chgData name="Eshita Duvvada" userId="80f42f886409d36a" providerId="Windows Live" clId="Web-{B0611655-7B33-6252-E7A0-9AD9AF300AA1}" dt="2025-11-24T03:04:19.295" v="98"/>
          <ac:picMkLst>
            <pc:docMk/>
            <pc:sldMk cId="3964051276" sldId="257"/>
            <ac:picMk id="7" creationId="{9F7FF7BB-ADA9-45E3-459D-6A16C3A804C7}"/>
          </ac:picMkLst>
        </pc:picChg>
        <pc:picChg chg="add">
          <ac:chgData name="Eshita Duvvada" userId="80f42f886409d36a" providerId="Windows Live" clId="Web-{B0611655-7B33-6252-E7A0-9AD9AF300AA1}" dt="2025-11-24T03:04:19.311" v="99"/>
          <ac:picMkLst>
            <pc:docMk/>
            <pc:sldMk cId="3964051276" sldId="257"/>
            <ac:picMk id="22" creationId="{38EACF1C-2D1C-F0A9-69FD-111BC072001D}"/>
          </ac:picMkLst>
        </pc:picChg>
      </pc:sldChg>
      <pc:sldChg chg="addSp modSp new mod setBg">
        <pc:chgData name="Eshita Duvvada" userId="80f42f886409d36a" providerId="Windows Live" clId="Web-{B0611655-7B33-6252-E7A0-9AD9AF300AA1}" dt="2025-11-24T04:07:37.576" v="116"/>
        <pc:sldMkLst>
          <pc:docMk/>
          <pc:sldMk cId="2393297278" sldId="258"/>
        </pc:sldMkLst>
        <pc:spChg chg="mod">
          <ac:chgData name="Eshita Duvvada" userId="80f42f886409d36a" providerId="Windows Live" clId="Web-{B0611655-7B33-6252-E7A0-9AD9AF300AA1}" dt="2025-11-24T04:07:37.576" v="116"/>
          <ac:spMkLst>
            <pc:docMk/>
            <pc:sldMk cId="2393297278" sldId="258"/>
            <ac:spMk id="2" creationId="{2CAEA3F8-E46F-4AA4-D07A-FF9B02E7F775}"/>
          </ac:spMkLst>
        </pc:spChg>
        <pc:spChg chg="mod">
          <ac:chgData name="Eshita Duvvada" userId="80f42f886409d36a" providerId="Windows Live" clId="Web-{B0611655-7B33-6252-E7A0-9AD9AF300AA1}" dt="2025-11-24T04:07:37.576" v="116"/>
          <ac:spMkLst>
            <pc:docMk/>
            <pc:sldMk cId="2393297278" sldId="258"/>
            <ac:spMk id="3" creationId="{0500FA73-F4D2-E3B8-ACF8-045D78C879B1}"/>
          </ac:spMkLst>
        </pc:spChg>
        <pc:spChg chg="add">
          <ac:chgData name="Eshita Duvvada" userId="80f42f886409d36a" providerId="Windows Live" clId="Web-{B0611655-7B33-6252-E7A0-9AD9AF300AA1}" dt="2025-11-24T04:07:37.576" v="116"/>
          <ac:spMkLst>
            <pc:docMk/>
            <pc:sldMk cId="2393297278" sldId="258"/>
            <ac:spMk id="8" creationId="{18873D23-2DCF-4B31-A009-95721C06E8E1}"/>
          </ac:spMkLst>
        </pc:spChg>
        <pc:spChg chg="add">
          <ac:chgData name="Eshita Duvvada" userId="80f42f886409d36a" providerId="Windows Live" clId="Web-{B0611655-7B33-6252-E7A0-9AD9AF300AA1}" dt="2025-11-24T04:07:37.576" v="116"/>
          <ac:spMkLst>
            <pc:docMk/>
            <pc:sldMk cId="2393297278" sldId="258"/>
            <ac:spMk id="10" creationId="{C13EF075-D4EF-4929-ADBC-91B27DA19955}"/>
          </ac:spMkLst>
        </pc:spChg>
        <pc:grpChg chg="add">
          <ac:chgData name="Eshita Duvvada" userId="80f42f886409d36a" providerId="Windows Live" clId="Web-{B0611655-7B33-6252-E7A0-9AD9AF300AA1}" dt="2025-11-24T04:07:37.576" v="116"/>
          <ac:grpSpMkLst>
            <pc:docMk/>
            <pc:sldMk cId="2393297278" sldId="258"/>
            <ac:grpSpMk id="12" creationId="{DAA26DFA-AAB2-4973-9C17-16D587C7B198}"/>
          </ac:grpSpMkLst>
        </pc:grpChg>
      </pc:sldChg>
      <pc:sldChg chg="addSp modSp new mod setBg">
        <pc:chgData name="Eshita Duvvada" userId="80f42f886409d36a" providerId="Windows Live" clId="Web-{B0611655-7B33-6252-E7A0-9AD9AF300AA1}" dt="2025-11-24T04:39:37.307" v="133"/>
        <pc:sldMkLst>
          <pc:docMk/>
          <pc:sldMk cId="3095688453" sldId="259"/>
        </pc:sldMkLst>
        <pc:spChg chg="mod">
          <ac:chgData name="Eshita Duvvada" userId="80f42f886409d36a" providerId="Windows Live" clId="Web-{B0611655-7B33-6252-E7A0-9AD9AF300AA1}" dt="2025-11-24T04:39:37.307" v="133"/>
          <ac:spMkLst>
            <pc:docMk/>
            <pc:sldMk cId="3095688453" sldId="259"/>
            <ac:spMk id="2" creationId="{1A7ACCC3-8D22-CE0A-E41E-BD024A98DACB}"/>
          </ac:spMkLst>
        </pc:spChg>
        <pc:spChg chg="mod">
          <ac:chgData name="Eshita Duvvada" userId="80f42f886409d36a" providerId="Windows Live" clId="Web-{B0611655-7B33-6252-E7A0-9AD9AF300AA1}" dt="2025-11-24T04:39:37.307" v="133"/>
          <ac:spMkLst>
            <pc:docMk/>
            <pc:sldMk cId="3095688453" sldId="259"/>
            <ac:spMk id="3" creationId="{0FD889F0-2603-EBC9-8964-B66C52C4058D}"/>
          </ac:spMkLst>
        </pc:spChg>
        <pc:spChg chg="add">
          <ac:chgData name="Eshita Duvvada" userId="80f42f886409d36a" providerId="Windows Live" clId="Web-{B0611655-7B33-6252-E7A0-9AD9AF300AA1}" dt="2025-11-24T04:39:37.307" v="133"/>
          <ac:spMkLst>
            <pc:docMk/>
            <pc:sldMk cId="3095688453" sldId="259"/>
            <ac:spMk id="10" creationId="{245A9F99-D9B1-4094-A2E2-B90AC1DB7B9C}"/>
          </ac:spMkLst>
        </pc:spChg>
        <pc:spChg chg="add">
          <ac:chgData name="Eshita Duvvada" userId="80f42f886409d36a" providerId="Windows Live" clId="Web-{B0611655-7B33-6252-E7A0-9AD9AF300AA1}" dt="2025-11-24T04:39:37.307" v="133"/>
          <ac:spMkLst>
            <pc:docMk/>
            <pc:sldMk cId="3095688453" sldId="259"/>
            <ac:spMk id="12" creationId="{B7FAF607-473A-4A43-A23D-BBFF5C4117BB}"/>
          </ac:spMkLst>
        </pc:spChg>
        <pc:grpChg chg="add">
          <ac:chgData name="Eshita Duvvada" userId="80f42f886409d36a" providerId="Windows Live" clId="Web-{B0611655-7B33-6252-E7A0-9AD9AF300AA1}" dt="2025-11-24T04:39:37.307" v="133"/>
          <ac:grpSpMkLst>
            <pc:docMk/>
            <pc:sldMk cId="3095688453" sldId="259"/>
            <ac:grpSpMk id="14" creationId="{C5F6476F-D303-44D3-B30F-1BA348F0F64A}"/>
          </ac:grpSpMkLst>
        </pc:grpChg>
        <pc:picChg chg="add">
          <ac:chgData name="Eshita Duvvada" userId="80f42f886409d36a" providerId="Windows Live" clId="Web-{B0611655-7B33-6252-E7A0-9AD9AF300AA1}" dt="2025-11-24T04:39:37.307" v="133"/>
          <ac:picMkLst>
            <pc:docMk/>
            <pc:sldMk cId="3095688453" sldId="259"/>
            <ac:picMk id="7" creationId="{87BCEA0C-D638-561C-50DC-CDA77016421E}"/>
          </ac:picMkLst>
        </pc:picChg>
      </pc:sldChg>
      <pc:sldChg chg="addSp delSp modSp new mod setBg">
        <pc:chgData name="Eshita Duvvada" userId="80f42f886409d36a" providerId="Windows Live" clId="Web-{B0611655-7B33-6252-E7A0-9AD9AF300AA1}" dt="2025-11-24T05:10:51.580" v="154" actId="20577"/>
        <pc:sldMkLst>
          <pc:docMk/>
          <pc:sldMk cId="318337613" sldId="260"/>
        </pc:sldMkLst>
        <pc:spChg chg="mod">
          <ac:chgData name="Eshita Duvvada" userId="80f42f886409d36a" providerId="Windows Live" clId="Web-{B0611655-7B33-6252-E7A0-9AD9AF300AA1}" dt="2025-11-24T05:08:33.757" v="147"/>
          <ac:spMkLst>
            <pc:docMk/>
            <pc:sldMk cId="318337613" sldId="260"/>
            <ac:spMk id="2" creationId="{12C9AAC0-A0BC-670B-90D1-B2CC4C236736}"/>
          </ac:spMkLst>
        </pc:spChg>
        <pc:spChg chg="mod">
          <ac:chgData name="Eshita Duvvada" userId="80f42f886409d36a" providerId="Windows Live" clId="Web-{B0611655-7B33-6252-E7A0-9AD9AF300AA1}" dt="2025-11-24T05:10:51.580" v="154" actId="20577"/>
          <ac:spMkLst>
            <pc:docMk/>
            <pc:sldMk cId="318337613" sldId="260"/>
            <ac:spMk id="3" creationId="{9CF5879B-AF2F-73D1-6AB9-112D750E3D42}"/>
          </ac:spMkLst>
        </pc:spChg>
        <pc:spChg chg="add del">
          <ac:chgData name="Eshita Duvvada" userId="80f42f886409d36a" providerId="Windows Live" clId="Web-{B0611655-7B33-6252-E7A0-9AD9AF300AA1}" dt="2025-11-24T05:10:24.078" v="153"/>
          <ac:spMkLst>
            <pc:docMk/>
            <pc:sldMk cId="318337613" sldId="260"/>
            <ac:spMk id="8" creationId="{18873D23-2DCF-4B31-A009-95721C06E8E1}"/>
          </ac:spMkLst>
        </pc:spChg>
        <pc:spChg chg="add del">
          <ac:chgData name="Eshita Duvvada" userId="80f42f886409d36a" providerId="Windows Live" clId="Web-{B0611655-7B33-6252-E7A0-9AD9AF300AA1}" dt="2025-11-24T05:10:24.078" v="153"/>
          <ac:spMkLst>
            <pc:docMk/>
            <pc:sldMk cId="318337613" sldId="260"/>
            <ac:spMk id="10" creationId="{C13EF075-D4EF-4929-ADBC-91B27DA19955}"/>
          </ac:spMkLst>
        </pc:spChg>
        <pc:spChg chg="add">
          <ac:chgData name="Eshita Duvvada" userId="80f42f886409d36a" providerId="Windows Live" clId="Web-{B0611655-7B33-6252-E7A0-9AD9AF300AA1}" dt="2025-11-24T05:10:24.078" v="153"/>
          <ac:spMkLst>
            <pc:docMk/>
            <pc:sldMk cId="318337613" sldId="260"/>
            <ac:spMk id="21" creationId="{18873D23-2DCF-4B31-A009-95721C06E8E1}"/>
          </ac:spMkLst>
        </pc:spChg>
        <pc:spChg chg="add">
          <ac:chgData name="Eshita Duvvada" userId="80f42f886409d36a" providerId="Windows Live" clId="Web-{B0611655-7B33-6252-E7A0-9AD9AF300AA1}" dt="2025-11-24T05:10:24.078" v="153"/>
          <ac:spMkLst>
            <pc:docMk/>
            <pc:sldMk cId="318337613" sldId="260"/>
            <ac:spMk id="23" creationId="{C13EF075-D4EF-4929-ADBC-91B27DA19955}"/>
          </ac:spMkLst>
        </pc:spChg>
        <pc:grpChg chg="add del">
          <ac:chgData name="Eshita Duvvada" userId="80f42f886409d36a" providerId="Windows Live" clId="Web-{B0611655-7B33-6252-E7A0-9AD9AF300AA1}" dt="2025-11-24T05:10:24.078" v="153"/>
          <ac:grpSpMkLst>
            <pc:docMk/>
            <pc:sldMk cId="318337613" sldId="260"/>
            <ac:grpSpMk id="12" creationId="{DAA26DFA-AAB2-4973-9C17-16D587C7B198}"/>
          </ac:grpSpMkLst>
        </pc:grpChg>
        <pc:grpChg chg="add">
          <ac:chgData name="Eshita Duvvada" userId="80f42f886409d36a" providerId="Windows Live" clId="Web-{B0611655-7B33-6252-E7A0-9AD9AF300AA1}" dt="2025-11-24T05:10:24.078" v="153"/>
          <ac:grpSpMkLst>
            <pc:docMk/>
            <pc:sldMk cId="318337613" sldId="260"/>
            <ac:grpSpMk id="25" creationId="{DAA26DFA-AAB2-4973-9C17-16D587C7B198}"/>
          </ac:grpSpMkLst>
        </pc:grpChg>
      </pc:sldChg>
      <pc:sldChg chg="addSp modSp new mod setBg">
        <pc:chgData name="Eshita Duvvada" userId="80f42f886409d36a" providerId="Windows Live" clId="Web-{B0611655-7B33-6252-E7A0-9AD9AF300AA1}" dt="2025-11-24T05:40:36.458" v="235" actId="20577"/>
        <pc:sldMkLst>
          <pc:docMk/>
          <pc:sldMk cId="2672410169" sldId="261"/>
        </pc:sldMkLst>
        <pc:spChg chg="mod">
          <ac:chgData name="Eshita Duvvada" userId="80f42f886409d36a" providerId="Windows Live" clId="Web-{B0611655-7B33-6252-E7A0-9AD9AF300AA1}" dt="2025-11-24T05:37:18.927" v="217"/>
          <ac:spMkLst>
            <pc:docMk/>
            <pc:sldMk cId="2672410169" sldId="261"/>
            <ac:spMk id="2" creationId="{DECC75B5-50AA-D81B-9991-9F9FC826EE21}"/>
          </ac:spMkLst>
        </pc:spChg>
        <pc:spChg chg="mod">
          <ac:chgData name="Eshita Duvvada" userId="80f42f886409d36a" providerId="Windows Live" clId="Web-{B0611655-7B33-6252-E7A0-9AD9AF300AA1}" dt="2025-11-24T05:40:36.458" v="235" actId="20577"/>
          <ac:spMkLst>
            <pc:docMk/>
            <pc:sldMk cId="2672410169" sldId="261"/>
            <ac:spMk id="3" creationId="{7FAB8080-2765-3DB7-B1EA-98138EC7C27D}"/>
          </ac:spMkLst>
        </pc:spChg>
        <pc:spChg chg="add">
          <ac:chgData name="Eshita Duvvada" userId="80f42f886409d36a" providerId="Windows Live" clId="Web-{B0611655-7B33-6252-E7A0-9AD9AF300AA1}" dt="2025-11-24T05:37:18.927" v="217"/>
          <ac:spMkLst>
            <pc:docMk/>
            <pc:sldMk cId="2672410169" sldId="261"/>
            <ac:spMk id="10" creationId="{245A9F99-D9B1-4094-A2E2-B90AC1DB7B9C}"/>
          </ac:spMkLst>
        </pc:spChg>
        <pc:spChg chg="add">
          <ac:chgData name="Eshita Duvvada" userId="80f42f886409d36a" providerId="Windows Live" clId="Web-{B0611655-7B33-6252-E7A0-9AD9AF300AA1}" dt="2025-11-24T05:37:18.927" v="217"/>
          <ac:spMkLst>
            <pc:docMk/>
            <pc:sldMk cId="2672410169" sldId="261"/>
            <ac:spMk id="12" creationId="{B7FAF607-473A-4A43-A23D-BBFF5C4117BB}"/>
          </ac:spMkLst>
        </pc:spChg>
        <pc:grpChg chg="add">
          <ac:chgData name="Eshita Duvvada" userId="80f42f886409d36a" providerId="Windows Live" clId="Web-{B0611655-7B33-6252-E7A0-9AD9AF300AA1}" dt="2025-11-24T05:37:18.927" v="217"/>
          <ac:grpSpMkLst>
            <pc:docMk/>
            <pc:sldMk cId="2672410169" sldId="261"/>
            <ac:grpSpMk id="14" creationId="{C5F6476F-D303-44D3-B30F-1BA348F0F64A}"/>
          </ac:grpSpMkLst>
        </pc:grpChg>
        <pc:picChg chg="add">
          <ac:chgData name="Eshita Duvvada" userId="80f42f886409d36a" providerId="Windows Live" clId="Web-{B0611655-7B33-6252-E7A0-9AD9AF300AA1}" dt="2025-11-24T05:37:18.927" v="217"/>
          <ac:picMkLst>
            <pc:docMk/>
            <pc:sldMk cId="2672410169" sldId="261"/>
            <ac:picMk id="7" creationId="{9EC88293-CC90-F888-A959-18349217B376}"/>
          </ac:picMkLst>
        </pc:picChg>
      </pc:sldChg>
      <pc:sldChg chg="addSp modSp new mod setBg">
        <pc:chgData name="Eshita Duvvada" userId="80f42f886409d36a" providerId="Windows Live" clId="Web-{B0611655-7B33-6252-E7A0-9AD9AF300AA1}" dt="2025-11-24T05:44:39.906" v="256"/>
        <pc:sldMkLst>
          <pc:docMk/>
          <pc:sldMk cId="1154430459" sldId="262"/>
        </pc:sldMkLst>
        <pc:spChg chg="mod">
          <ac:chgData name="Eshita Duvvada" userId="80f42f886409d36a" providerId="Windows Live" clId="Web-{B0611655-7B33-6252-E7A0-9AD9AF300AA1}" dt="2025-11-24T05:44:39.906" v="256"/>
          <ac:spMkLst>
            <pc:docMk/>
            <pc:sldMk cId="1154430459" sldId="262"/>
            <ac:spMk id="2" creationId="{71787D50-7E07-271F-0E43-DEBB242D01C8}"/>
          </ac:spMkLst>
        </pc:spChg>
        <pc:spChg chg="mod">
          <ac:chgData name="Eshita Duvvada" userId="80f42f886409d36a" providerId="Windows Live" clId="Web-{B0611655-7B33-6252-E7A0-9AD9AF300AA1}" dt="2025-11-24T05:44:39.906" v="256"/>
          <ac:spMkLst>
            <pc:docMk/>
            <pc:sldMk cId="1154430459" sldId="262"/>
            <ac:spMk id="3" creationId="{12F3E924-BD5B-D252-AEF9-889D709C15F5}"/>
          </ac:spMkLst>
        </pc:spChg>
        <pc:spChg chg="add">
          <ac:chgData name="Eshita Duvvada" userId="80f42f886409d36a" providerId="Windows Live" clId="Web-{B0611655-7B33-6252-E7A0-9AD9AF300AA1}" dt="2025-11-24T05:44:39.906" v="256"/>
          <ac:spMkLst>
            <pc:docMk/>
            <pc:sldMk cId="1154430459" sldId="262"/>
            <ac:spMk id="8" creationId="{87BF42CA-AD55-48B4-8949-C4DCA60A6AEE}"/>
          </ac:spMkLst>
        </pc:spChg>
        <pc:spChg chg="add">
          <ac:chgData name="Eshita Duvvada" userId="80f42f886409d36a" providerId="Windows Live" clId="Web-{B0611655-7B33-6252-E7A0-9AD9AF300AA1}" dt="2025-11-24T05:44:39.906" v="256"/>
          <ac:spMkLst>
            <pc:docMk/>
            <pc:sldMk cId="1154430459" sldId="262"/>
            <ac:spMk id="10" creationId="{66AE1D3D-3106-4CB2-AA7C-0C1642AC0F2E}"/>
          </ac:spMkLst>
        </pc:spChg>
        <pc:grpChg chg="add">
          <ac:chgData name="Eshita Duvvada" userId="80f42f886409d36a" providerId="Windows Live" clId="Web-{B0611655-7B33-6252-E7A0-9AD9AF300AA1}" dt="2025-11-24T05:44:39.906" v="256"/>
          <ac:grpSpMkLst>
            <pc:docMk/>
            <pc:sldMk cId="1154430459" sldId="262"/>
            <ac:grpSpMk id="12" creationId="{0A31B6AF-B711-4CDB-8C2B-16E963DDC4C5}"/>
          </ac:grpSpMkLst>
        </pc:grpChg>
      </pc:sldChg>
      <pc:sldChg chg="addSp modSp new mod setBg">
        <pc:chgData name="Eshita Duvvada" userId="80f42f886409d36a" providerId="Windows Live" clId="Web-{B0611655-7B33-6252-E7A0-9AD9AF300AA1}" dt="2025-11-24T06:00:30.488" v="276"/>
        <pc:sldMkLst>
          <pc:docMk/>
          <pc:sldMk cId="2644316995" sldId="263"/>
        </pc:sldMkLst>
        <pc:spChg chg="mod">
          <ac:chgData name="Eshita Duvvada" userId="80f42f886409d36a" providerId="Windows Live" clId="Web-{B0611655-7B33-6252-E7A0-9AD9AF300AA1}" dt="2025-11-24T06:00:30.488" v="276"/>
          <ac:spMkLst>
            <pc:docMk/>
            <pc:sldMk cId="2644316995" sldId="263"/>
            <ac:spMk id="2" creationId="{7CFB46EA-FD0F-9358-1D0C-C07649E79401}"/>
          </ac:spMkLst>
        </pc:spChg>
        <pc:spChg chg="mod">
          <ac:chgData name="Eshita Duvvada" userId="80f42f886409d36a" providerId="Windows Live" clId="Web-{B0611655-7B33-6252-E7A0-9AD9AF300AA1}" dt="2025-11-24T06:00:30.488" v="276"/>
          <ac:spMkLst>
            <pc:docMk/>
            <pc:sldMk cId="2644316995" sldId="263"/>
            <ac:spMk id="3" creationId="{073B2F98-F773-40E0-B5E5-7004AC262023}"/>
          </ac:spMkLst>
        </pc:spChg>
        <pc:spChg chg="add">
          <ac:chgData name="Eshita Duvvada" userId="80f42f886409d36a" providerId="Windows Live" clId="Web-{B0611655-7B33-6252-E7A0-9AD9AF300AA1}" dt="2025-11-24T06:00:30.488" v="276"/>
          <ac:spMkLst>
            <pc:docMk/>
            <pc:sldMk cId="2644316995" sldId="263"/>
            <ac:spMk id="10" creationId="{245A9F99-D9B1-4094-A2E2-B90AC1DB7B9C}"/>
          </ac:spMkLst>
        </pc:spChg>
        <pc:spChg chg="add">
          <ac:chgData name="Eshita Duvvada" userId="80f42f886409d36a" providerId="Windows Live" clId="Web-{B0611655-7B33-6252-E7A0-9AD9AF300AA1}" dt="2025-11-24T06:00:30.488" v="276"/>
          <ac:spMkLst>
            <pc:docMk/>
            <pc:sldMk cId="2644316995" sldId="263"/>
            <ac:spMk id="12" creationId="{B7FAF607-473A-4A43-A23D-BBFF5C4117BB}"/>
          </ac:spMkLst>
        </pc:spChg>
        <pc:grpChg chg="add">
          <ac:chgData name="Eshita Duvvada" userId="80f42f886409d36a" providerId="Windows Live" clId="Web-{B0611655-7B33-6252-E7A0-9AD9AF300AA1}" dt="2025-11-24T06:00:30.488" v="276"/>
          <ac:grpSpMkLst>
            <pc:docMk/>
            <pc:sldMk cId="2644316995" sldId="263"/>
            <ac:grpSpMk id="14" creationId="{C5F6476F-D303-44D3-B30F-1BA348F0F64A}"/>
          </ac:grpSpMkLst>
        </pc:grpChg>
        <pc:picChg chg="add">
          <ac:chgData name="Eshita Duvvada" userId="80f42f886409d36a" providerId="Windows Live" clId="Web-{B0611655-7B33-6252-E7A0-9AD9AF300AA1}" dt="2025-11-24T06:00:30.488" v="276"/>
          <ac:picMkLst>
            <pc:docMk/>
            <pc:sldMk cId="2644316995" sldId="263"/>
            <ac:picMk id="7" creationId="{A646B7BA-C1C6-CF3B-C4A3-BDA07C34D27D}"/>
          </ac:picMkLst>
        </pc:picChg>
      </pc:sldChg>
      <pc:sldChg chg="addSp modSp new mod setBg">
        <pc:chgData name="Eshita Duvvada" userId="80f42f886409d36a" providerId="Windows Live" clId="Web-{B0611655-7B33-6252-E7A0-9AD9AF300AA1}" dt="2025-11-24T06:02:58.058" v="294"/>
        <pc:sldMkLst>
          <pc:docMk/>
          <pc:sldMk cId="779305684" sldId="264"/>
        </pc:sldMkLst>
        <pc:spChg chg="mod">
          <ac:chgData name="Eshita Duvvada" userId="80f42f886409d36a" providerId="Windows Live" clId="Web-{B0611655-7B33-6252-E7A0-9AD9AF300AA1}" dt="2025-11-24T06:02:58.058" v="294"/>
          <ac:spMkLst>
            <pc:docMk/>
            <pc:sldMk cId="779305684" sldId="264"/>
            <ac:spMk id="2" creationId="{51514B44-9475-41F7-0F1B-BDCA670B17B7}"/>
          </ac:spMkLst>
        </pc:spChg>
        <pc:spChg chg="mod">
          <ac:chgData name="Eshita Duvvada" userId="80f42f886409d36a" providerId="Windows Live" clId="Web-{B0611655-7B33-6252-E7A0-9AD9AF300AA1}" dt="2025-11-24T06:02:58.058" v="294"/>
          <ac:spMkLst>
            <pc:docMk/>
            <pc:sldMk cId="779305684" sldId="264"/>
            <ac:spMk id="3" creationId="{D8F656A2-FDEC-9C5D-3270-A0C588BC9045}"/>
          </ac:spMkLst>
        </pc:spChg>
        <pc:spChg chg="add">
          <ac:chgData name="Eshita Duvvada" userId="80f42f886409d36a" providerId="Windows Live" clId="Web-{B0611655-7B33-6252-E7A0-9AD9AF300AA1}" dt="2025-11-24T06:02:58.058" v="294"/>
          <ac:spMkLst>
            <pc:docMk/>
            <pc:sldMk cId="779305684" sldId="264"/>
            <ac:spMk id="8" creationId="{18873D23-2DCF-4B31-A009-95721C06E8E1}"/>
          </ac:spMkLst>
        </pc:spChg>
        <pc:spChg chg="add">
          <ac:chgData name="Eshita Duvvada" userId="80f42f886409d36a" providerId="Windows Live" clId="Web-{B0611655-7B33-6252-E7A0-9AD9AF300AA1}" dt="2025-11-24T06:02:58.058" v="294"/>
          <ac:spMkLst>
            <pc:docMk/>
            <pc:sldMk cId="779305684" sldId="264"/>
            <ac:spMk id="10" creationId="{C13EF075-D4EF-4929-ADBC-91B27DA19955}"/>
          </ac:spMkLst>
        </pc:spChg>
        <pc:grpChg chg="add">
          <ac:chgData name="Eshita Duvvada" userId="80f42f886409d36a" providerId="Windows Live" clId="Web-{B0611655-7B33-6252-E7A0-9AD9AF300AA1}" dt="2025-11-24T06:02:58.058" v="294"/>
          <ac:grpSpMkLst>
            <pc:docMk/>
            <pc:sldMk cId="779305684" sldId="264"/>
            <ac:grpSpMk id="12" creationId="{DAA26DFA-AAB2-4973-9C17-16D587C7B198}"/>
          </ac:grpSpMkLst>
        </pc:grpChg>
      </pc:sldChg>
      <pc:sldChg chg="addSp modSp new mod setBg">
        <pc:chgData name="Eshita Duvvada" userId="80f42f886409d36a" providerId="Windows Live" clId="Web-{B0611655-7B33-6252-E7A0-9AD9AF300AA1}" dt="2025-11-24T06:07:12.574" v="351"/>
        <pc:sldMkLst>
          <pc:docMk/>
          <pc:sldMk cId="3408390241" sldId="265"/>
        </pc:sldMkLst>
        <pc:spChg chg="mod">
          <ac:chgData name="Eshita Duvvada" userId="80f42f886409d36a" providerId="Windows Live" clId="Web-{B0611655-7B33-6252-E7A0-9AD9AF300AA1}" dt="2025-11-24T06:07:12.574" v="351"/>
          <ac:spMkLst>
            <pc:docMk/>
            <pc:sldMk cId="3408390241" sldId="265"/>
            <ac:spMk id="2" creationId="{6C5670F7-E10F-A3B4-6289-98DBF877683A}"/>
          </ac:spMkLst>
        </pc:spChg>
        <pc:spChg chg="mod">
          <ac:chgData name="Eshita Duvvada" userId="80f42f886409d36a" providerId="Windows Live" clId="Web-{B0611655-7B33-6252-E7A0-9AD9AF300AA1}" dt="2025-11-24T06:07:12.574" v="351"/>
          <ac:spMkLst>
            <pc:docMk/>
            <pc:sldMk cId="3408390241" sldId="265"/>
            <ac:spMk id="3" creationId="{3B58EF3A-8F49-DC93-B793-1250717B1E83}"/>
          </ac:spMkLst>
        </pc:spChg>
        <pc:spChg chg="add">
          <ac:chgData name="Eshita Duvvada" userId="80f42f886409d36a" providerId="Windows Live" clId="Web-{B0611655-7B33-6252-E7A0-9AD9AF300AA1}" dt="2025-11-24T06:07:12.574" v="351"/>
          <ac:spMkLst>
            <pc:docMk/>
            <pc:sldMk cId="3408390241" sldId="265"/>
            <ac:spMk id="8" creationId="{18873D23-2DCF-4B31-A009-95721C06E8E1}"/>
          </ac:spMkLst>
        </pc:spChg>
        <pc:spChg chg="add">
          <ac:chgData name="Eshita Duvvada" userId="80f42f886409d36a" providerId="Windows Live" clId="Web-{B0611655-7B33-6252-E7A0-9AD9AF300AA1}" dt="2025-11-24T06:07:12.574" v="351"/>
          <ac:spMkLst>
            <pc:docMk/>
            <pc:sldMk cId="3408390241" sldId="265"/>
            <ac:spMk id="10" creationId="{C13EF075-D4EF-4929-ADBC-91B27DA19955}"/>
          </ac:spMkLst>
        </pc:spChg>
        <pc:grpChg chg="add">
          <ac:chgData name="Eshita Duvvada" userId="80f42f886409d36a" providerId="Windows Live" clId="Web-{B0611655-7B33-6252-E7A0-9AD9AF300AA1}" dt="2025-11-24T06:07:12.574" v="351"/>
          <ac:grpSpMkLst>
            <pc:docMk/>
            <pc:sldMk cId="3408390241" sldId="265"/>
            <ac:grpSpMk id="12" creationId="{DAA26DFA-AAB2-4973-9C17-16D587C7B198}"/>
          </ac:grpSpMkLst>
        </pc:grpChg>
      </pc:sldChg>
      <pc:sldChg chg="addSp delSp modSp new">
        <pc:chgData name="Eshita Duvvada" userId="80f42f886409d36a" providerId="Windows Live" clId="Web-{B0611655-7B33-6252-E7A0-9AD9AF300AA1}" dt="2025-11-24T06:11:42.244" v="374"/>
        <pc:sldMkLst>
          <pc:docMk/>
          <pc:sldMk cId="2768623317" sldId="266"/>
        </pc:sldMkLst>
        <pc:spChg chg="add del mod">
          <ac:chgData name="Eshita Duvvada" userId="80f42f886409d36a" providerId="Windows Live" clId="Web-{B0611655-7B33-6252-E7A0-9AD9AF300AA1}" dt="2025-11-24T06:11:42.244" v="374"/>
          <ac:spMkLst>
            <pc:docMk/>
            <pc:sldMk cId="2768623317" sldId="266"/>
            <ac:spMk id="3" creationId="{6808F5DF-BBD4-E869-970F-2BDD4F659905}"/>
          </ac:spMkLst>
        </pc:spChg>
        <pc:picChg chg="add del mod ord">
          <ac:chgData name="Eshita Duvvada" userId="80f42f886409d36a" providerId="Windows Live" clId="Web-{B0611655-7B33-6252-E7A0-9AD9AF300AA1}" dt="2025-11-24T06:08:57.807" v="362"/>
          <ac:picMkLst>
            <pc:docMk/>
            <pc:sldMk cId="2768623317" sldId="266"/>
            <ac:picMk id="4" creationId="{1776C0A0-DAD4-20E7-A30F-1C66DEFACFAF}"/>
          </ac:picMkLst>
        </pc:picChg>
        <pc:picChg chg="add mod ord">
          <ac:chgData name="Eshita Duvvada" userId="80f42f886409d36a" providerId="Windows Live" clId="Web-{B0611655-7B33-6252-E7A0-9AD9AF300AA1}" dt="2025-11-24T06:11:42.244" v="374"/>
          <ac:picMkLst>
            <pc:docMk/>
            <pc:sldMk cId="2768623317" sldId="266"/>
            <ac:picMk id="5" creationId="{9BD88B6D-1CD0-0353-2D62-88530EF0A38D}"/>
          </ac:picMkLst>
        </pc:picChg>
      </pc:sldChg>
      <pc:sldChg chg="addSp delSp modSp new mod setBg">
        <pc:chgData name="Eshita Duvvada" userId="80f42f886409d36a" providerId="Windows Live" clId="Web-{B0611655-7B33-6252-E7A0-9AD9AF300AA1}" dt="2025-11-24T06:10:11.174" v="371"/>
        <pc:sldMkLst>
          <pc:docMk/>
          <pc:sldMk cId="2188998623" sldId="267"/>
        </pc:sldMkLst>
        <pc:spChg chg="del mod">
          <ac:chgData name="Eshita Duvvada" userId="80f42f886409d36a" providerId="Windows Live" clId="Web-{B0611655-7B33-6252-E7A0-9AD9AF300AA1}" dt="2025-11-24T06:10:11.174" v="371"/>
          <ac:spMkLst>
            <pc:docMk/>
            <pc:sldMk cId="2188998623" sldId="267"/>
            <ac:spMk id="2" creationId="{47CA37BA-4590-6111-875C-98D4C53A9E15}"/>
          </ac:spMkLst>
        </pc:spChg>
        <pc:spChg chg="del">
          <ac:chgData name="Eshita Duvvada" userId="80f42f886409d36a" providerId="Windows Live" clId="Web-{B0611655-7B33-6252-E7A0-9AD9AF300AA1}" dt="2025-11-24T06:09:03.918" v="364"/>
          <ac:spMkLst>
            <pc:docMk/>
            <pc:sldMk cId="2188998623" sldId="267"/>
            <ac:spMk id="3" creationId="{957FC928-FFFC-7452-2C40-C6D02267BF93}"/>
          </ac:spMkLst>
        </pc:spChg>
        <pc:spChg chg="add del">
          <ac:chgData name="Eshita Duvvada" userId="80f42f886409d36a" providerId="Windows Live" clId="Web-{B0611655-7B33-6252-E7A0-9AD9AF300AA1}" dt="2025-11-24T06:09:59.298" v="366"/>
          <ac:spMkLst>
            <pc:docMk/>
            <pc:sldMk cId="2188998623" sldId="267"/>
            <ac:spMk id="8" creationId="{DF027C53-6CEA-6800-8A52-43BEF7BB2315}"/>
          </ac:spMkLst>
        </pc:spChg>
        <pc:spChg chg="add del">
          <ac:chgData name="Eshita Duvvada" userId="80f42f886409d36a" providerId="Windows Live" clId="Web-{B0611655-7B33-6252-E7A0-9AD9AF300AA1}" dt="2025-11-24T06:09:59.298" v="366"/>
          <ac:spMkLst>
            <pc:docMk/>
            <pc:sldMk cId="2188998623" sldId="267"/>
            <ac:spMk id="11" creationId="{66E48AFA-8884-4F68-A44F-D2C1E8609C5A}"/>
          </ac:spMkLst>
        </pc:spChg>
        <pc:spChg chg="add del">
          <ac:chgData name="Eshita Duvvada" userId="80f42f886409d36a" providerId="Windows Live" clId="Web-{B0611655-7B33-6252-E7A0-9AD9AF300AA1}" dt="2025-11-24T06:09:59.298" v="366"/>
          <ac:spMkLst>
            <pc:docMk/>
            <pc:sldMk cId="2188998623" sldId="267"/>
            <ac:spMk id="13" creationId="{969D19A6-08CB-498C-93EC-3FFB021FC68A}"/>
          </ac:spMkLst>
        </pc:spChg>
        <pc:spChg chg="add del">
          <ac:chgData name="Eshita Duvvada" userId="80f42f886409d36a" providerId="Windows Live" clId="Web-{B0611655-7B33-6252-E7A0-9AD9AF300AA1}" dt="2025-11-24T06:10:05.643" v="368"/>
          <ac:spMkLst>
            <pc:docMk/>
            <pc:sldMk cId="2188998623" sldId="267"/>
            <ac:spMk id="20" creationId="{D1942232-83D0-49E2-AF9B-1F97E3C1EF8E}"/>
          </ac:spMkLst>
        </pc:spChg>
        <pc:spChg chg="add del">
          <ac:chgData name="Eshita Duvvada" userId="80f42f886409d36a" providerId="Windows Live" clId="Web-{B0611655-7B33-6252-E7A0-9AD9AF300AA1}" dt="2025-11-24T06:10:05.643" v="368"/>
          <ac:spMkLst>
            <pc:docMk/>
            <pc:sldMk cId="2188998623" sldId="267"/>
            <ac:spMk id="26" creationId="{E9E70D72-6E23-4015-A4A6-85C120C19167}"/>
          </ac:spMkLst>
        </pc:spChg>
        <pc:spChg chg="add del">
          <ac:chgData name="Eshita Duvvada" userId="80f42f886409d36a" providerId="Windows Live" clId="Web-{B0611655-7B33-6252-E7A0-9AD9AF300AA1}" dt="2025-11-24T06:10:05.643" v="368"/>
          <ac:spMkLst>
            <pc:docMk/>
            <pc:sldMk cId="2188998623" sldId="267"/>
            <ac:spMk id="27" creationId="{059538E2-6E99-D09D-42C3-4BF51CE0B948}"/>
          </ac:spMkLst>
        </pc:spChg>
        <pc:spChg chg="add del">
          <ac:chgData name="Eshita Duvvada" userId="80f42f886409d36a" providerId="Windows Live" clId="Web-{B0611655-7B33-6252-E7A0-9AD9AF300AA1}" dt="2025-11-24T06:10:11.174" v="370"/>
          <ac:spMkLst>
            <pc:docMk/>
            <pc:sldMk cId="2188998623" sldId="267"/>
            <ac:spMk id="29" creationId="{1A95671B-3CC6-4792-9114-B74FAEA224E6}"/>
          </ac:spMkLst>
        </pc:spChg>
        <pc:spChg chg="add del">
          <ac:chgData name="Eshita Duvvada" userId="80f42f886409d36a" providerId="Windows Live" clId="Web-{B0611655-7B33-6252-E7A0-9AD9AF300AA1}" dt="2025-11-24T06:10:11.174" v="370"/>
          <ac:spMkLst>
            <pc:docMk/>
            <pc:sldMk cId="2188998623" sldId="267"/>
            <ac:spMk id="30" creationId="{47A4C571-D3C6-CF54-82E0-CD3497E23353}"/>
          </ac:spMkLst>
        </pc:spChg>
        <pc:grpChg chg="add del">
          <ac:chgData name="Eshita Duvvada" userId="80f42f886409d36a" providerId="Windows Live" clId="Web-{B0611655-7B33-6252-E7A0-9AD9AF300AA1}" dt="2025-11-24T06:10:05.643" v="368"/>
          <ac:grpSpMkLst>
            <pc:docMk/>
            <pc:sldMk cId="2188998623" sldId="267"/>
            <ac:grpSpMk id="15" creationId="{C28A977F-B603-4D81-B0FC-C8DE048A7931}"/>
          </ac:grpSpMkLst>
        </pc:grpChg>
        <pc:grpChg chg="add del">
          <ac:chgData name="Eshita Duvvada" userId="80f42f886409d36a" providerId="Windows Live" clId="Web-{B0611655-7B33-6252-E7A0-9AD9AF300AA1}" dt="2025-11-24T06:10:05.643" v="368"/>
          <ac:grpSpMkLst>
            <pc:docMk/>
            <pc:sldMk cId="2188998623" sldId="267"/>
            <ac:grpSpMk id="21" creationId="{C78D9229-E61D-4FEE-8321-2F8B64A8CADF}"/>
          </ac:grpSpMkLst>
        </pc:grpChg>
        <pc:picChg chg="add mod ord">
          <ac:chgData name="Eshita Duvvada" userId="80f42f886409d36a" providerId="Windows Live" clId="Web-{B0611655-7B33-6252-E7A0-9AD9AF300AA1}" dt="2025-11-24T06:10:11.174" v="371"/>
          <ac:picMkLst>
            <pc:docMk/>
            <pc:sldMk cId="2188998623" sldId="267"/>
            <ac:picMk id="4" creationId="{1251CBDB-DAB7-DB08-317C-8104D8A88B2B}"/>
          </ac:picMkLst>
        </pc:picChg>
      </pc:sldChg>
      <pc:sldChg chg="addSp delSp modSp new">
        <pc:chgData name="Eshita Duvvada" userId="80f42f886409d36a" providerId="Windows Live" clId="Web-{B0611655-7B33-6252-E7A0-9AD9AF300AA1}" dt="2025-11-24T06:11:11.726" v="373"/>
        <pc:sldMkLst>
          <pc:docMk/>
          <pc:sldMk cId="1241596867" sldId="268"/>
        </pc:sldMkLst>
        <pc:spChg chg="del">
          <ac:chgData name="Eshita Duvvada" userId="80f42f886409d36a" providerId="Windows Live" clId="Web-{B0611655-7B33-6252-E7A0-9AD9AF300AA1}" dt="2025-11-24T06:11:11.726" v="373"/>
          <ac:spMkLst>
            <pc:docMk/>
            <pc:sldMk cId="1241596867" sldId="268"/>
            <ac:spMk id="3" creationId="{336585B7-7942-45D9-89DE-2557DC31AABF}"/>
          </ac:spMkLst>
        </pc:spChg>
        <pc:picChg chg="add mod ord">
          <ac:chgData name="Eshita Duvvada" userId="80f42f886409d36a" providerId="Windows Live" clId="Web-{B0611655-7B33-6252-E7A0-9AD9AF300AA1}" dt="2025-11-24T06:11:11.726" v="373"/>
          <ac:picMkLst>
            <pc:docMk/>
            <pc:sldMk cId="1241596867" sldId="268"/>
            <ac:picMk id="4" creationId="{969EB14B-7067-3ABD-4486-B72E217C2EE8}"/>
          </ac:picMkLst>
        </pc:picChg>
      </pc:sldChg>
      <pc:sldChg chg="addSp modSp new mod setBg">
        <pc:chgData name="Eshita Duvvada" userId="80f42f886409d36a" providerId="Windows Live" clId="Web-{B0611655-7B33-6252-E7A0-9AD9AF300AA1}" dt="2025-11-24T06:14:21.286" v="394"/>
        <pc:sldMkLst>
          <pc:docMk/>
          <pc:sldMk cId="1608587554" sldId="269"/>
        </pc:sldMkLst>
        <pc:spChg chg="mod">
          <ac:chgData name="Eshita Duvvada" userId="80f42f886409d36a" providerId="Windows Live" clId="Web-{B0611655-7B33-6252-E7A0-9AD9AF300AA1}" dt="2025-11-24T06:14:21.286" v="394"/>
          <ac:spMkLst>
            <pc:docMk/>
            <pc:sldMk cId="1608587554" sldId="269"/>
            <ac:spMk id="2" creationId="{EF854572-7A31-DCD6-19C6-16C9CC5712A2}"/>
          </ac:spMkLst>
        </pc:spChg>
        <pc:spChg chg="mod">
          <ac:chgData name="Eshita Duvvada" userId="80f42f886409d36a" providerId="Windows Live" clId="Web-{B0611655-7B33-6252-E7A0-9AD9AF300AA1}" dt="2025-11-24T06:14:21.286" v="394"/>
          <ac:spMkLst>
            <pc:docMk/>
            <pc:sldMk cId="1608587554" sldId="269"/>
            <ac:spMk id="3" creationId="{39FBF285-8067-8C21-DC3A-169E4949E9A7}"/>
          </ac:spMkLst>
        </pc:spChg>
        <pc:spChg chg="add">
          <ac:chgData name="Eshita Duvvada" userId="80f42f886409d36a" providerId="Windows Live" clId="Web-{B0611655-7B33-6252-E7A0-9AD9AF300AA1}" dt="2025-11-24T06:14:21.286" v="394"/>
          <ac:spMkLst>
            <pc:docMk/>
            <pc:sldMk cId="1608587554" sldId="269"/>
            <ac:spMk id="10" creationId="{245A9F99-D9B1-4094-A2E2-B90AC1DB7B9C}"/>
          </ac:spMkLst>
        </pc:spChg>
        <pc:spChg chg="add">
          <ac:chgData name="Eshita Duvvada" userId="80f42f886409d36a" providerId="Windows Live" clId="Web-{B0611655-7B33-6252-E7A0-9AD9AF300AA1}" dt="2025-11-24T06:14:21.286" v="394"/>
          <ac:spMkLst>
            <pc:docMk/>
            <pc:sldMk cId="1608587554" sldId="269"/>
            <ac:spMk id="12" creationId="{B7FAF607-473A-4A43-A23D-BBFF5C4117BB}"/>
          </ac:spMkLst>
        </pc:spChg>
        <pc:grpChg chg="add">
          <ac:chgData name="Eshita Duvvada" userId="80f42f886409d36a" providerId="Windows Live" clId="Web-{B0611655-7B33-6252-E7A0-9AD9AF300AA1}" dt="2025-11-24T06:14:21.286" v="394"/>
          <ac:grpSpMkLst>
            <pc:docMk/>
            <pc:sldMk cId="1608587554" sldId="269"/>
            <ac:grpSpMk id="14" creationId="{C5F6476F-D303-44D3-B30F-1BA348F0F64A}"/>
          </ac:grpSpMkLst>
        </pc:grpChg>
        <pc:picChg chg="add">
          <ac:chgData name="Eshita Duvvada" userId="80f42f886409d36a" providerId="Windows Live" clId="Web-{B0611655-7B33-6252-E7A0-9AD9AF300AA1}" dt="2025-11-24T06:14:21.286" v="394"/>
          <ac:picMkLst>
            <pc:docMk/>
            <pc:sldMk cId="1608587554" sldId="269"/>
            <ac:picMk id="7" creationId="{22C803D0-D150-A3CD-5C6E-2FD1698B25A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Shape 28">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p:cNvSpPr>
            <a:spLocks noGrp="1"/>
          </p:cNvSpPr>
          <p:nvPr>
            <p:ph type="ctrTitle"/>
          </p:nvPr>
        </p:nvSpPr>
        <p:spPr>
          <a:xfrm>
            <a:off x="3215729" y="1764407"/>
            <a:ext cx="5760846" cy="2310312"/>
          </a:xfrm>
        </p:spPr>
        <p:txBody>
          <a:bodyPr>
            <a:normAutofit/>
          </a:bodyPr>
          <a:lstStyle/>
          <a:p>
            <a:r>
              <a:rPr lang="en-US" sz="5200">
                <a:solidFill>
                  <a:schemeClr val="tx2"/>
                </a:solidFill>
                <a:latin typeface="Times New Roman"/>
                <a:ea typeface="+mj-lt"/>
                <a:cs typeface="+mj-lt"/>
              </a:rPr>
              <a:t>HMAC</a:t>
            </a:r>
            <a:endParaRPr lang="en-US" sz="5200">
              <a:solidFill>
                <a:schemeClr val="tx2"/>
              </a:solidFill>
              <a:latin typeface="Times New Roman"/>
            </a:endParaRPr>
          </a:p>
        </p:txBody>
      </p:sp>
      <p:sp>
        <p:nvSpPr>
          <p:cNvPr id="3" name="Subtitle 2"/>
          <p:cNvSpPr>
            <a:spLocks noGrp="1"/>
          </p:cNvSpPr>
          <p:nvPr>
            <p:ph type="subTitle" idx="1"/>
          </p:nvPr>
        </p:nvSpPr>
        <p:spPr>
          <a:xfrm>
            <a:off x="3215729" y="4165152"/>
            <a:ext cx="5760846" cy="682079"/>
          </a:xfrm>
        </p:spPr>
        <p:txBody>
          <a:bodyPr vert="horz" lIns="91440" tIns="45720" rIns="91440" bIns="45720" rtlCol="0">
            <a:normAutofit/>
          </a:bodyPr>
          <a:lstStyle/>
          <a:p>
            <a:r>
              <a:rPr lang="en-US" sz="2200">
                <a:solidFill>
                  <a:schemeClr val="tx2"/>
                </a:solidFill>
                <a:ea typeface="+mn-lt"/>
                <a:cs typeface="+mn-lt"/>
              </a:rPr>
              <a:t>(Hash-based Message Authentication Code)</a:t>
            </a:r>
            <a:endParaRPr lang="en-US" sz="2200">
              <a:solidFill>
                <a:schemeClr val="tx2"/>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A73FB6-E183-3AC5-BD0F-041715B51C11}"/>
              </a:ext>
            </a:extLst>
          </p:cNvPr>
          <p:cNvSpPr>
            <a:spLocks noGrp="1"/>
          </p:cNvSpPr>
          <p:nvPr>
            <p:ph type="title"/>
          </p:nvPr>
        </p:nvSpPr>
        <p:spPr>
          <a:xfrm>
            <a:off x="6094105" y="802955"/>
            <a:ext cx="4977976" cy="1454051"/>
          </a:xfrm>
        </p:spPr>
        <p:txBody>
          <a:bodyPr>
            <a:normAutofit/>
          </a:bodyPr>
          <a:lstStyle/>
          <a:p>
            <a:r>
              <a:rPr lang="en-US" sz="3600">
                <a:solidFill>
                  <a:schemeClr val="tx2"/>
                </a:solidFill>
                <a:latin typeface="Times New Roman"/>
                <a:cs typeface="Times New Roman"/>
              </a:rPr>
              <a:t>Introduction</a:t>
            </a:r>
          </a:p>
        </p:txBody>
      </p:sp>
      <p:pic>
        <p:nvPicPr>
          <p:cNvPr id="22" name="Graphic 21" descr="Unlock">
            <a:extLst>
              <a:ext uri="{FF2B5EF4-FFF2-40B4-BE49-F238E27FC236}">
                <a16:creationId xmlns:a16="http://schemas.microsoft.com/office/drawing/2014/main" id="{38EACF1C-2D1C-F0A9-69FD-111BC07200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AD86C51A-B268-67EC-6FC7-2E884AFC2CB7}"/>
              </a:ext>
            </a:extLst>
          </p:cNvPr>
          <p:cNvSpPr>
            <a:spLocks noGrp="1"/>
          </p:cNvSpPr>
          <p:nvPr>
            <p:ph idx="1"/>
          </p:nvPr>
        </p:nvSpPr>
        <p:spPr>
          <a:xfrm>
            <a:off x="6090574" y="2421682"/>
            <a:ext cx="4977578" cy="3639289"/>
          </a:xfrm>
        </p:spPr>
        <p:txBody>
          <a:bodyPr vert="horz" lIns="91440" tIns="45720" rIns="91440" bIns="45720" rtlCol="0" anchor="ctr">
            <a:normAutofit/>
          </a:bodyPr>
          <a:lstStyle/>
          <a:p>
            <a:r>
              <a:rPr lang="en-US" sz="1500">
                <a:solidFill>
                  <a:schemeClr val="tx2"/>
                </a:solidFill>
                <a:latin typeface="Times New Roman"/>
                <a:ea typeface="+mn-lt"/>
                <a:cs typeface="+mn-lt"/>
              </a:rPr>
              <a:t>Cryptography focuses on securely transmitting information over insecure channels where attackers may intercept, modify, or forge messages.</a:t>
            </a:r>
            <a:endParaRPr lang="en-US" sz="1500">
              <a:solidFill>
                <a:schemeClr val="tx2"/>
              </a:solidFill>
            </a:endParaRPr>
          </a:p>
          <a:p>
            <a:r>
              <a:rPr lang="en-US" sz="1500">
                <a:solidFill>
                  <a:schemeClr val="tx2"/>
                </a:solidFill>
                <a:latin typeface="Times New Roman"/>
                <a:ea typeface="+mn-lt"/>
                <a:cs typeface="+mn-lt"/>
              </a:rPr>
              <a:t>To protect data during communication, cryptographic systems rely on mechanisms such as Hashing, Message Authentication Codes (MACs), and HMACs.</a:t>
            </a:r>
          </a:p>
          <a:p>
            <a:r>
              <a:rPr lang="en-US" sz="1500">
                <a:solidFill>
                  <a:schemeClr val="tx2"/>
                </a:solidFill>
                <a:latin typeface="Times New Roman"/>
                <a:ea typeface="+mn-lt"/>
                <a:cs typeface="+mn-lt"/>
              </a:rPr>
              <a:t>Hashing can detect accidental modifications to data, while MACs and HMACs offer stronger protection by ensuring both data integrity (that the message wasn’t changed) and authenticity (that it truly came from the real sender).</a:t>
            </a:r>
          </a:p>
          <a:p>
            <a:r>
              <a:rPr lang="en-US" sz="1500">
                <a:solidFill>
                  <a:schemeClr val="tx2"/>
                </a:solidFill>
                <a:latin typeface="Times New Roman"/>
                <a:ea typeface="+mn-lt"/>
                <a:cs typeface="+mn-lt"/>
              </a:rPr>
              <a:t>In this presentation, we explore:</a:t>
            </a:r>
            <a:br>
              <a:rPr lang="en-US" sz="1500">
                <a:solidFill>
                  <a:schemeClr val="tx2"/>
                </a:solidFill>
                <a:latin typeface="Times New Roman"/>
                <a:ea typeface="+mn-lt"/>
                <a:cs typeface="+mn-lt"/>
              </a:rPr>
            </a:br>
            <a:r>
              <a:rPr lang="en-US" sz="1500">
                <a:solidFill>
                  <a:schemeClr val="tx2"/>
                </a:solidFill>
                <a:latin typeface="Times New Roman"/>
                <a:ea typeface="+mn-lt"/>
                <a:cs typeface="+mn-lt"/>
              </a:rPr>
              <a:t>1. The concept of HMAC</a:t>
            </a:r>
            <a:br>
              <a:rPr lang="en-US" sz="1500">
                <a:solidFill>
                  <a:schemeClr val="tx2"/>
                </a:solidFill>
                <a:latin typeface="Times New Roman"/>
              </a:rPr>
            </a:br>
            <a:r>
              <a:rPr lang="en-US" sz="1500">
                <a:solidFill>
                  <a:schemeClr val="tx2"/>
                </a:solidFill>
                <a:latin typeface="Times New Roman"/>
                <a:ea typeface="+mn-lt"/>
                <a:cs typeface="+mn-lt"/>
              </a:rPr>
              <a:t>2. Internal working of HMAC</a:t>
            </a:r>
            <a:br>
              <a:rPr lang="en-US" sz="1500">
                <a:solidFill>
                  <a:schemeClr val="tx2"/>
                </a:solidFill>
                <a:latin typeface="Times New Roman"/>
              </a:rPr>
            </a:br>
            <a:r>
              <a:rPr lang="en-US" sz="1500">
                <a:solidFill>
                  <a:schemeClr val="tx2"/>
                </a:solidFill>
                <a:latin typeface="Times New Roman"/>
                <a:ea typeface="+mn-lt"/>
                <a:cs typeface="+mn-lt"/>
              </a:rPr>
              <a:t>3. Implementation using a Sender module, Attacker (Mallory) module, and Receiver module</a:t>
            </a:r>
          </a:p>
        </p:txBody>
      </p:sp>
      <p:grpSp>
        <p:nvGrpSpPr>
          <p:cNvPr id="23" name="Group 22">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64051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2CAEA3F8-E46F-4AA4-D07A-FF9B02E7F775}"/>
              </a:ext>
            </a:extLst>
          </p:cNvPr>
          <p:cNvSpPr>
            <a:spLocks noGrp="1"/>
          </p:cNvSpPr>
          <p:nvPr>
            <p:ph type="title"/>
          </p:nvPr>
        </p:nvSpPr>
        <p:spPr>
          <a:xfrm>
            <a:off x="640080" y="1243013"/>
            <a:ext cx="3855720" cy="4371974"/>
          </a:xfrm>
        </p:spPr>
        <p:txBody>
          <a:bodyPr>
            <a:normAutofit/>
          </a:bodyPr>
          <a:lstStyle/>
          <a:p>
            <a:r>
              <a:rPr lang="en-US" sz="3600">
                <a:solidFill>
                  <a:schemeClr val="tx2"/>
                </a:solidFill>
                <a:ea typeface="+mj-lt"/>
                <a:cs typeface="+mj-lt"/>
              </a:rPr>
              <a:t>What is Hashing?</a:t>
            </a:r>
            <a:endParaRPr lang="en-US" sz="3600">
              <a:solidFill>
                <a:schemeClr val="tx2"/>
              </a:solidFill>
            </a:endParaRPr>
          </a:p>
        </p:txBody>
      </p:sp>
      <p:sp>
        <p:nvSpPr>
          <p:cNvPr id="3" name="Content Placeholder 2">
            <a:extLst>
              <a:ext uri="{FF2B5EF4-FFF2-40B4-BE49-F238E27FC236}">
                <a16:creationId xmlns:a16="http://schemas.microsoft.com/office/drawing/2014/main" id="{0500FA73-F4D2-E3B8-ACF8-045D78C879B1}"/>
              </a:ext>
            </a:extLst>
          </p:cNvPr>
          <p:cNvSpPr>
            <a:spLocks noGrp="1"/>
          </p:cNvSpPr>
          <p:nvPr>
            <p:ph idx="1"/>
          </p:nvPr>
        </p:nvSpPr>
        <p:spPr>
          <a:xfrm>
            <a:off x="6172200" y="804672"/>
            <a:ext cx="5221224" cy="5230368"/>
          </a:xfrm>
        </p:spPr>
        <p:txBody>
          <a:bodyPr vert="horz" lIns="91440" tIns="45720" rIns="91440" bIns="45720" rtlCol="0" anchor="ctr">
            <a:normAutofit/>
          </a:bodyPr>
          <a:lstStyle/>
          <a:p>
            <a:r>
              <a:rPr lang="en-US" sz="1800">
                <a:solidFill>
                  <a:schemeClr val="tx2"/>
                </a:solidFill>
                <a:latin typeface="Times New Roman"/>
                <a:ea typeface="+mn-lt"/>
                <a:cs typeface="+mn-lt"/>
              </a:rPr>
              <a:t>A deterministic algorithm that takes input data of any size.</a:t>
            </a:r>
            <a:endParaRPr lang="en-US" sz="1800">
              <a:solidFill>
                <a:schemeClr val="tx2"/>
              </a:solidFill>
              <a:latin typeface="Times New Roman"/>
              <a:cs typeface="Times New Roman"/>
            </a:endParaRPr>
          </a:p>
          <a:p>
            <a:r>
              <a:rPr lang="en-US" sz="1800" dirty="0">
                <a:solidFill>
                  <a:schemeClr val="tx2"/>
                </a:solidFill>
                <a:latin typeface="Times New Roman"/>
                <a:ea typeface="+mn-lt"/>
                <a:cs typeface="+mn-lt"/>
              </a:rPr>
              <a:t>Produces a fixed-size output called a hash or digest.</a:t>
            </a:r>
            <a:endParaRPr lang="en-US" sz="1800" dirty="0">
              <a:solidFill>
                <a:schemeClr val="tx2"/>
              </a:solidFill>
              <a:latin typeface="Times New Roman"/>
              <a:cs typeface="Times New Roman"/>
            </a:endParaRPr>
          </a:p>
          <a:p>
            <a:r>
              <a:rPr lang="en-US" sz="1800">
                <a:solidFill>
                  <a:schemeClr val="tx2"/>
                </a:solidFill>
                <a:latin typeface="Times New Roman"/>
                <a:ea typeface="+mn-lt"/>
                <a:cs typeface="+mn-lt"/>
              </a:rPr>
              <a:t>Output appears random and works like a fingerprint of the data.</a:t>
            </a:r>
            <a:endParaRPr lang="en-US" sz="1800">
              <a:solidFill>
                <a:schemeClr val="tx2"/>
              </a:solidFill>
              <a:latin typeface="Times New Roman"/>
              <a:cs typeface="Times New Roman"/>
            </a:endParaRPr>
          </a:p>
          <a:p>
            <a:r>
              <a:rPr lang="en-US" sz="1800">
                <a:solidFill>
                  <a:schemeClr val="tx2"/>
                </a:solidFill>
                <a:latin typeface="Times New Roman"/>
                <a:ea typeface="+mn-lt"/>
                <a:cs typeface="+mn-lt"/>
              </a:rPr>
              <a:t>Example: SHA-256 → always produces a 256-bit hash, regardless of input size.</a:t>
            </a:r>
            <a:endParaRPr lang="en-US" sz="1800">
              <a:solidFill>
                <a:schemeClr val="tx2"/>
              </a:solidFill>
              <a:latin typeface="Times New Roman"/>
              <a:cs typeface="Times New Roman"/>
            </a:endParaRPr>
          </a:p>
          <a:p>
            <a:r>
              <a:rPr lang="en-US" sz="1800" dirty="0">
                <a:solidFill>
                  <a:schemeClr val="tx2"/>
                </a:solidFill>
                <a:latin typeface="Times New Roman"/>
                <a:ea typeface="+mn-lt"/>
                <a:cs typeface="+mn-lt"/>
              </a:rPr>
              <a:t>Used to ensure data integrity (detects if data was changed).</a:t>
            </a:r>
            <a:endParaRPr lang="en-US" sz="1800" dirty="0">
              <a:solidFill>
                <a:schemeClr val="tx2"/>
              </a:solidFill>
              <a:latin typeface="Times New Roman"/>
              <a:cs typeface="Times New Roman"/>
            </a:endParaRPr>
          </a:p>
          <a:p>
            <a:r>
              <a:rPr lang="en-US" sz="1800">
                <a:solidFill>
                  <a:schemeClr val="tx2"/>
                </a:solidFill>
                <a:latin typeface="Times New Roman"/>
                <a:ea typeface="+mn-lt"/>
                <a:cs typeface="+mn-lt"/>
              </a:rPr>
              <a:t>Limitation: Hashing alone does not provide authenticity it cannot prove who sent the message.</a:t>
            </a:r>
            <a:endParaRPr lang="en-US" sz="1800">
              <a:solidFill>
                <a:schemeClr val="tx2"/>
              </a:solidFill>
              <a:latin typeface="Times New Roman"/>
            </a:endParaRPr>
          </a:p>
          <a:p>
            <a:endParaRPr lang="en-US" sz="1800">
              <a:solidFill>
                <a:schemeClr val="tx2"/>
              </a:solidFill>
            </a:endParaRPr>
          </a:p>
        </p:txBody>
      </p:sp>
    </p:spTree>
    <p:extLst>
      <p:ext uri="{BB962C8B-B14F-4D97-AF65-F5344CB8AC3E}">
        <p14:creationId xmlns:p14="http://schemas.microsoft.com/office/powerpoint/2010/main" val="2393297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7ACCC3-8D22-CE0A-E41E-BD024A98DACB}"/>
              </a:ext>
            </a:extLst>
          </p:cNvPr>
          <p:cNvSpPr>
            <a:spLocks noGrp="1"/>
          </p:cNvSpPr>
          <p:nvPr>
            <p:ph type="title"/>
          </p:nvPr>
        </p:nvSpPr>
        <p:spPr>
          <a:xfrm>
            <a:off x="6094105" y="802955"/>
            <a:ext cx="4977976" cy="1454051"/>
          </a:xfrm>
        </p:spPr>
        <p:txBody>
          <a:bodyPr>
            <a:normAutofit/>
          </a:bodyPr>
          <a:lstStyle/>
          <a:p>
            <a:r>
              <a:rPr lang="en-US" sz="3600">
                <a:solidFill>
                  <a:schemeClr val="tx2"/>
                </a:solidFill>
                <a:ea typeface="+mj-lt"/>
                <a:cs typeface="+mj-lt"/>
              </a:rPr>
              <a:t>Why MAC?</a:t>
            </a:r>
            <a:endParaRPr lang="en-US" sz="3600">
              <a:solidFill>
                <a:schemeClr val="tx2"/>
              </a:solidFill>
            </a:endParaRPr>
          </a:p>
        </p:txBody>
      </p:sp>
      <p:pic>
        <p:nvPicPr>
          <p:cNvPr id="7" name="Graphic 6" descr="Key">
            <a:extLst>
              <a:ext uri="{FF2B5EF4-FFF2-40B4-BE49-F238E27FC236}">
                <a16:creationId xmlns:a16="http://schemas.microsoft.com/office/drawing/2014/main" id="{87BCEA0C-D638-561C-50DC-CDA7701642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0FD889F0-2603-EBC9-8964-B66C52C4058D}"/>
              </a:ext>
            </a:extLst>
          </p:cNvPr>
          <p:cNvSpPr>
            <a:spLocks noGrp="1"/>
          </p:cNvSpPr>
          <p:nvPr>
            <p:ph idx="1"/>
          </p:nvPr>
        </p:nvSpPr>
        <p:spPr>
          <a:xfrm>
            <a:off x="6090574" y="2421682"/>
            <a:ext cx="4977578" cy="3639289"/>
          </a:xfrm>
        </p:spPr>
        <p:txBody>
          <a:bodyPr vert="horz" lIns="91440" tIns="45720" rIns="91440" bIns="45720" rtlCol="0" anchor="ctr">
            <a:normAutofit/>
          </a:bodyPr>
          <a:lstStyle/>
          <a:p>
            <a:r>
              <a:rPr lang="en-US" sz="1800">
                <a:solidFill>
                  <a:schemeClr val="tx2"/>
                </a:solidFill>
                <a:latin typeface="Times New Roman"/>
                <a:ea typeface="+mn-lt"/>
                <a:cs typeface="+mn-lt"/>
              </a:rPr>
              <a:t>With hashing, anyone can modify the message and recompute a new hash.</a:t>
            </a:r>
          </a:p>
          <a:p>
            <a:r>
              <a:rPr lang="en-US" sz="1800" dirty="0">
                <a:solidFill>
                  <a:schemeClr val="tx2"/>
                </a:solidFill>
                <a:latin typeface="Times New Roman"/>
                <a:ea typeface="+mn-lt"/>
                <a:cs typeface="+mn-lt"/>
              </a:rPr>
              <a:t>Hashing has no secret key, so attackers can generate valid hashes.</a:t>
            </a:r>
            <a:endParaRPr lang="en-US" sz="1800" dirty="0">
              <a:solidFill>
                <a:schemeClr val="tx2"/>
              </a:solidFill>
              <a:latin typeface="Times New Roman"/>
              <a:cs typeface="Times New Roman"/>
            </a:endParaRPr>
          </a:p>
          <a:p>
            <a:r>
              <a:rPr lang="en-US" sz="1800">
                <a:solidFill>
                  <a:schemeClr val="tx2"/>
                </a:solidFill>
                <a:latin typeface="Times New Roman"/>
                <a:ea typeface="+mn-lt"/>
                <a:cs typeface="+mn-lt"/>
              </a:rPr>
              <a:t>A hash only provides integrity, not authenticity.</a:t>
            </a:r>
            <a:endParaRPr lang="en-US" sz="1800">
              <a:solidFill>
                <a:schemeClr val="tx2"/>
              </a:solidFill>
              <a:latin typeface="Times New Roman"/>
              <a:cs typeface="Times New Roman"/>
            </a:endParaRPr>
          </a:p>
          <a:p>
            <a:r>
              <a:rPr lang="en-US" sz="1800">
                <a:solidFill>
                  <a:schemeClr val="tx2"/>
                </a:solidFill>
                <a:latin typeface="Times New Roman"/>
                <a:ea typeface="+mn-lt"/>
                <a:cs typeface="+mn-lt"/>
              </a:rPr>
              <a:t>MAC = hash + secret key.</a:t>
            </a:r>
            <a:endParaRPr lang="en-US" sz="1800">
              <a:solidFill>
                <a:schemeClr val="tx2"/>
              </a:solidFill>
              <a:latin typeface="Times New Roman"/>
              <a:cs typeface="Times New Roman"/>
            </a:endParaRPr>
          </a:p>
          <a:p>
            <a:r>
              <a:rPr lang="en-US" sz="1800">
                <a:solidFill>
                  <a:schemeClr val="tx2"/>
                </a:solidFill>
                <a:latin typeface="Times New Roman"/>
                <a:ea typeface="+mn-lt"/>
                <a:cs typeface="+mn-lt"/>
              </a:rPr>
              <a:t>Only parties with the shared key can generate or verify the MAC.</a:t>
            </a:r>
            <a:endParaRPr lang="en-US" sz="1800">
              <a:solidFill>
                <a:schemeClr val="tx2"/>
              </a:solidFill>
              <a:latin typeface="Times New Roman"/>
              <a:cs typeface="Times New Roman"/>
            </a:endParaRPr>
          </a:p>
          <a:p>
            <a:r>
              <a:rPr lang="en-US" sz="1800" dirty="0">
                <a:solidFill>
                  <a:schemeClr val="tx2"/>
                </a:solidFill>
                <a:latin typeface="Times New Roman"/>
                <a:ea typeface="+mn-lt"/>
                <a:cs typeface="+mn-lt"/>
              </a:rPr>
              <a:t>Ensures both integrity and authenticity of the message.</a:t>
            </a:r>
            <a:endParaRPr lang="en-US" sz="1800" dirty="0">
              <a:solidFill>
                <a:schemeClr val="tx2"/>
              </a:solidFill>
              <a:latin typeface="Times New Roman"/>
              <a:cs typeface="Times New Roman"/>
            </a:endParaRPr>
          </a:p>
          <a:p>
            <a:r>
              <a:rPr lang="en-US" sz="1800">
                <a:solidFill>
                  <a:schemeClr val="tx2"/>
                </a:solidFill>
                <a:latin typeface="Times New Roman"/>
                <a:ea typeface="+mn-lt"/>
                <a:cs typeface="+mn-lt"/>
              </a:rPr>
              <a:t>Prevents attackers from forging valid tags.</a:t>
            </a:r>
            <a:endParaRPr lang="en-US" sz="1800">
              <a:solidFill>
                <a:schemeClr val="tx2"/>
              </a:solidFill>
              <a:latin typeface="Times New Roman"/>
            </a:endParaRPr>
          </a:p>
          <a:p>
            <a:endParaRPr lang="en-US" sz="1800">
              <a:solidFill>
                <a:schemeClr val="tx2"/>
              </a:solidFill>
            </a:endParaRPr>
          </a:p>
          <a:p>
            <a:endParaRPr lang="en-US" sz="180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095688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5" name="Group 24">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6" name="Freeform: Shape 25">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12C9AAC0-A0BC-670B-90D1-B2CC4C236736}"/>
              </a:ext>
            </a:extLst>
          </p:cNvPr>
          <p:cNvSpPr>
            <a:spLocks noGrp="1"/>
          </p:cNvSpPr>
          <p:nvPr>
            <p:ph type="title"/>
          </p:nvPr>
        </p:nvSpPr>
        <p:spPr>
          <a:xfrm>
            <a:off x="640080" y="1243013"/>
            <a:ext cx="3855720" cy="4371974"/>
          </a:xfrm>
        </p:spPr>
        <p:txBody>
          <a:bodyPr>
            <a:normAutofit/>
          </a:bodyPr>
          <a:lstStyle/>
          <a:p>
            <a:r>
              <a:rPr lang="en-US" sz="3600">
                <a:solidFill>
                  <a:schemeClr val="tx2"/>
                </a:solidFill>
                <a:ea typeface="+mj-lt"/>
                <a:cs typeface="+mj-lt"/>
              </a:rPr>
              <a:t>Why HMAC?</a:t>
            </a:r>
            <a:endParaRPr lang="en-US" sz="3600">
              <a:solidFill>
                <a:schemeClr val="tx2"/>
              </a:solidFill>
            </a:endParaRPr>
          </a:p>
        </p:txBody>
      </p:sp>
      <p:sp>
        <p:nvSpPr>
          <p:cNvPr id="3" name="Content Placeholder 2">
            <a:extLst>
              <a:ext uri="{FF2B5EF4-FFF2-40B4-BE49-F238E27FC236}">
                <a16:creationId xmlns:a16="http://schemas.microsoft.com/office/drawing/2014/main" id="{9CF5879B-AF2F-73D1-6AB9-112D750E3D42}"/>
              </a:ext>
            </a:extLst>
          </p:cNvPr>
          <p:cNvSpPr>
            <a:spLocks noGrp="1"/>
          </p:cNvSpPr>
          <p:nvPr>
            <p:ph idx="1"/>
          </p:nvPr>
        </p:nvSpPr>
        <p:spPr>
          <a:xfrm>
            <a:off x="6172200" y="804672"/>
            <a:ext cx="5221224" cy="5230368"/>
          </a:xfrm>
        </p:spPr>
        <p:txBody>
          <a:bodyPr vert="horz" lIns="91440" tIns="45720" rIns="91440" bIns="45720" rtlCol="0" anchor="ctr">
            <a:normAutofit/>
          </a:bodyPr>
          <a:lstStyle/>
          <a:p>
            <a:r>
              <a:rPr lang="en-US" sz="1800" dirty="0">
                <a:solidFill>
                  <a:schemeClr val="tx2"/>
                </a:solidFill>
                <a:latin typeface="Times New Roman"/>
                <a:ea typeface="+mn-lt"/>
                <a:cs typeface="+mn-lt"/>
              </a:rPr>
              <a:t>MAC is a combination of a secret key and a function used to authenticate a message, providing integrity and authenticity.</a:t>
            </a:r>
            <a:endParaRPr lang="en-US" sz="1800" dirty="0">
              <a:solidFill>
                <a:schemeClr val="tx2"/>
              </a:solidFill>
              <a:latin typeface="Times New Roman"/>
              <a:cs typeface="Times New Roman"/>
            </a:endParaRPr>
          </a:p>
          <a:p>
            <a:r>
              <a:rPr lang="en-US" sz="1800" dirty="0">
                <a:solidFill>
                  <a:schemeClr val="tx2"/>
                </a:solidFill>
                <a:latin typeface="Times New Roman"/>
                <a:ea typeface="+mn-lt"/>
                <a:cs typeface="+mn-lt"/>
              </a:rPr>
              <a:t>Early MAC designs using plain hashes were vulnerable to length-extension attacks and key/state leakage.</a:t>
            </a:r>
            <a:endParaRPr lang="en-US" sz="1800">
              <a:solidFill>
                <a:schemeClr val="tx2"/>
              </a:solidFill>
              <a:latin typeface="Times New Roman"/>
            </a:endParaRPr>
          </a:p>
          <a:p>
            <a:r>
              <a:rPr lang="en-US" sz="1800" dirty="0">
                <a:solidFill>
                  <a:schemeClr val="tx2"/>
                </a:solidFill>
                <a:latin typeface="Times New Roman"/>
                <a:ea typeface="+mn-lt"/>
                <a:cs typeface="+mn-lt"/>
              </a:rPr>
              <a:t>HMAC = secure, standardized, hash-based MAC</a:t>
            </a:r>
            <a:endParaRPr lang="en-US" sz="1800" dirty="0">
              <a:solidFill>
                <a:schemeClr val="tx2"/>
              </a:solidFill>
              <a:latin typeface="Times New Roman"/>
              <a:cs typeface="Times New Roman"/>
            </a:endParaRPr>
          </a:p>
          <a:p>
            <a:r>
              <a:rPr lang="en-US" sz="1800" dirty="0">
                <a:solidFill>
                  <a:schemeClr val="tx2"/>
                </a:solidFill>
                <a:latin typeface="Times New Roman"/>
                <a:ea typeface="+mn-lt"/>
                <a:cs typeface="+mn-lt"/>
              </a:rPr>
              <a:t>Uses double hashing with </a:t>
            </a:r>
            <a:r>
              <a:rPr lang="en-US" sz="1800" dirty="0" err="1">
                <a:solidFill>
                  <a:schemeClr val="tx2"/>
                </a:solidFill>
                <a:latin typeface="Times New Roman"/>
                <a:ea typeface="+mn-lt"/>
                <a:cs typeface="+mn-lt"/>
              </a:rPr>
              <a:t>ipad</a:t>
            </a:r>
            <a:r>
              <a:rPr lang="en-US" sz="1800" dirty="0">
                <a:solidFill>
                  <a:schemeClr val="tx2"/>
                </a:solidFill>
                <a:latin typeface="Times New Roman"/>
                <a:ea typeface="+mn-lt"/>
                <a:cs typeface="+mn-lt"/>
              </a:rPr>
              <a:t>/</a:t>
            </a:r>
            <a:r>
              <a:rPr lang="en-US" sz="1800" dirty="0" err="1">
                <a:solidFill>
                  <a:schemeClr val="tx2"/>
                </a:solidFill>
                <a:latin typeface="Times New Roman"/>
                <a:ea typeface="+mn-lt"/>
                <a:cs typeface="+mn-lt"/>
              </a:rPr>
              <a:t>opad</a:t>
            </a:r>
            <a:endParaRPr lang="en-US" sz="1800" dirty="0" err="1">
              <a:solidFill>
                <a:schemeClr val="tx2"/>
              </a:solidFill>
              <a:latin typeface="Times New Roman"/>
              <a:cs typeface="Times New Roman"/>
            </a:endParaRPr>
          </a:p>
          <a:p>
            <a:r>
              <a:rPr lang="en-US" sz="1800" dirty="0">
                <a:solidFill>
                  <a:schemeClr val="tx2"/>
                </a:solidFill>
                <a:latin typeface="Times New Roman"/>
                <a:ea typeface="+mn-lt"/>
                <a:cs typeface="+mn-lt"/>
              </a:rPr>
              <a:t>Protects against attacks even if hash has minor weaknesses</a:t>
            </a:r>
            <a:endParaRPr lang="en-US" sz="1800" dirty="0">
              <a:solidFill>
                <a:schemeClr val="tx2"/>
              </a:solidFill>
              <a:latin typeface="Times New Roman"/>
              <a:cs typeface="Times New Roman"/>
            </a:endParaRPr>
          </a:p>
          <a:p>
            <a:r>
              <a:rPr lang="en-US" sz="1800" dirty="0">
                <a:solidFill>
                  <a:schemeClr val="tx2"/>
                </a:solidFill>
                <a:latin typeface="Times New Roman"/>
                <a:ea typeface="+mn-lt"/>
                <a:cs typeface="+mn-lt"/>
              </a:rPr>
              <a:t>Ensures strong integrity + authentication</a:t>
            </a:r>
            <a:endParaRPr lang="en-US" sz="1800" dirty="0">
              <a:solidFill>
                <a:schemeClr val="tx2"/>
              </a:solidFill>
              <a:latin typeface="Times New Roman"/>
            </a:endParaRPr>
          </a:p>
          <a:p>
            <a:endParaRPr lang="en-US" sz="1800">
              <a:solidFill>
                <a:schemeClr val="tx2"/>
              </a:solidFill>
            </a:endParaRPr>
          </a:p>
        </p:txBody>
      </p:sp>
    </p:spTree>
    <p:extLst>
      <p:ext uri="{BB962C8B-B14F-4D97-AF65-F5344CB8AC3E}">
        <p14:creationId xmlns:p14="http://schemas.microsoft.com/office/powerpoint/2010/main" val="318337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CC75B5-50AA-D81B-9991-9F9FC826EE21}"/>
              </a:ext>
            </a:extLst>
          </p:cNvPr>
          <p:cNvSpPr>
            <a:spLocks noGrp="1"/>
          </p:cNvSpPr>
          <p:nvPr>
            <p:ph type="title"/>
          </p:nvPr>
        </p:nvSpPr>
        <p:spPr>
          <a:xfrm>
            <a:off x="6094105" y="802955"/>
            <a:ext cx="4977976" cy="1454051"/>
          </a:xfrm>
        </p:spPr>
        <p:txBody>
          <a:bodyPr>
            <a:normAutofit/>
          </a:bodyPr>
          <a:lstStyle/>
          <a:p>
            <a:r>
              <a:rPr lang="en-US" sz="3600">
                <a:solidFill>
                  <a:schemeClr val="tx2"/>
                </a:solidFill>
                <a:latin typeface="Times New Roman"/>
                <a:ea typeface="+mj-lt"/>
                <a:cs typeface="+mj-lt"/>
              </a:rPr>
              <a:t>Internal Working of HMAC </a:t>
            </a:r>
            <a:endParaRPr lang="en-US" sz="3600">
              <a:solidFill>
                <a:schemeClr val="tx2"/>
              </a:solidFill>
              <a:latin typeface="Times New Roman"/>
            </a:endParaRPr>
          </a:p>
        </p:txBody>
      </p:sp>
      <p:pic>
        <p:nvPicPr>
          <p:cNvPr id="7" name="Graphic 6" descr="Safe">
            <a:extLst>
              <a:ext uri="{FF2B5EF4-FFF2-40B4-BE49-F238E27FC236}">
                <a16:creationId xmlns:a16="http://schemas.microsoft.com/office/drawing/2014/main" id="{9EC88293-CC90-F888-A959-18349217B3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7FAB8080-2765-3DB7-B1EA-98138EC7C27D}"/>
              </a:ext>
            </a:extLst>
          </p:cNvPr>
          <p:cNvSpPr>
            <a:spLocks noGrp="1"/>
          </p:cNvSpPr>
          <p:nvPr>
            <p:ph idx="1"/>
          </p:nvPr>
        </p:nvSpPr>
        <p:spPr>
          <a:xfrm>
            <a:off x="6090574" y="2421682"/>
            <a:ext cx="4977578" cy="3639289"/>
          </a:xfrm>
        </p:spPr>
        <p:txBody>
          <a:bodyPr vert="horz" lIns="91440" tIns="45720" rIns="91440" bIns="45720" rtlCol="0" anchor="ctr">
            <a:normAutofit/>
          </a:bodyPr>
          <a:lstStyle/>
          <a:p>
            <a:r>
              <a:rPr lang="en-US" sz="1500" b="1" dirty="0">
                <a:solidFill>
                  <a:schemeClr val="tx2"/>
                </a:solidFill>
                <a:latin typeface="Times New Roman"/>
                <a:ea typeface="+mn-lt"/>
                <a:cs typeface="+mn-lt"/>
              </a:rPr>
              <a:t>Step 1 - Prepare the key</a:t>
            </a:r>
            <a:r>
              <a:rPr lang="en-US" sz="1500" dirty="0">
                <a:solidFill>
                  <a:schemeClr val="tx2"/>
                </a:solidFill>
                <a:latin typeface="Times New Roman"/>
                <a:ea typeface="+mn-lt"/>
                <a:cs typeface="+mn-lt"/>
              </a:rPr>
              <a:t>:</a:t>
            </a:r>
            <a:br>
              <a:rPr lang="en-US" sz="1500" dirty="0">
                <a:latin typeface="Times New Roman"/>
                <a:ea typeface="+mn-lt"/>
                <a:cs typeface="+mn-lt"/>
              </a:rPr>
            </a:br>
            <a:r>
              <a:rPr lang="en-US" sz="1500" dirty="0">
                <a:solidFill>
                  <a:schemeClr val="tx2"/>
                </a:solidFill>
                <a:latin typeface="Times New Roman"/>
                <a:ea typeface="+mn-lt"/>
                <a:cs typeface="+mn-lt"/>
              </a:rPr>
              <a:t>Block size is 64 bytes (SHA-256 block).</a:t>
            </a:r>
            <a:br>
              <a:rPr lang="en-US" sz="1500" dirty="0">
                <a:latin typeface="Times New Roman"/>
                <a:ea typeface="+mn-lt"/>
                <a:cs typeface="+mn-lt"/>
              </a:rPr>
            </a:br>
            <a:r>
              <a:rPr lang="en-US" sz="1500" dirty="0">
                <a:solidFill>
                  <a:schemeClr val="tx2"/>
                </a:solidFill>
                <a:latin typeface="Times New Roman"/>
                <a:ea typeface="+mn-lt"/>
                <a:cs typeface="+mn-lt"/>
              </a:rPr>
              <a:t>If key length &gt; 64 → hash the key using SHA-256.</a:t>
            </a:r>
            <a:br>
              <a:rPr lang="en-US" sz="1500" dirty="0">
                <a:latin typeface="Times New Roman"/>
                <a:ea typeface="+mn-lt"/>
                <a:cs typeface="+mn-lt"/>
              </a:rPr>
            </a:br>
            <a:r>
              <a:rPr lang="en-US" sz="1500" dirty="0">
                <a:solidFill>
                  <a:schemeClr val="tx2"/>
                </a:solidFill>
                <a:latin typeface="Times New Roman"/>
                <a:ea typeface="+mn-lt"/>
                <a:cs typeface="+mn-lt"/>
              </a:rPr>
              <a:t>If key length &lt; 64 → pad the key with zeros to 64 bytes.</a:t>
            </a:r>
            <a:endParaRPr lang="en-US" sz="1500" dirty="0">
              <a:solidFill>
                <a:schemeClr val="tx2"/>
              </a:solidFill>
              <a:latin typeface="Times New Roman"/>
              <a:cs typeface="Times New Roman"/>
            </a:endParaRPr>
          </a:p>
          <a:p>
            <a:r>
              <a:rPr lang="en-US" sz="1500" b="1" dirty="0">
                <a:solidFill>
                  <a:schemeClr val="tx2"/>
                </a:solidFill>
                <a:latin typeface="Times New Roman"/>
                <a:ea typeface="+mn-lt"/>
                <a:cs typeface="+mn-lt"/>
              </a:rPr>
              <a:t>Step 2 - Define </a:t>
            </a:r>
            <a:r>
              <a:rPr lang="en-US" sz="1500" b="1" dirty="0" err="1">
                <a:solidFill>
                  <a:schemeClr val="tx2"/>
                </a:solidFill>
                <a:latin typeface="Times New Roman"/>
                <a:ea typeface="+mn-lt"/>
                <a:cs typeface="+mn-lt"/>
              </a:rPr>
              <a:t>ipad</a:t>
            </a:r>
            <a:r>
              <a:rPr lang="en-US" sz="1500" b="1" dirty="0">
                <a:solidFill>
                  <a:schemeClr val="tx2"/>
                </a:solidFill>
                <a:latin typeface="Times New Roman"/>
                <a:ea typeface="+mn-lt"/>
                <a:cs typeface="+mn-lt"/>
              </a:rPr>
              <a:t> and </a:t>
            </a:r>
            <a:r>
              <a:rPr lang="en-US" sz="1500" b="1" dirty="0" err="1">
                <a:solidFill>
                  <a:schemeClr val="tx2"/>
                </a:solidFill>
                <a:latin typeface="Times New Roman"/>
                <a:ea typeface="+mn-lt"/>
                <a:cs typeface="+mn-lt"/>
              </a:rPr>
              <a:t>opad</a:t>
            </a:r>
            <a:r>
              <a:rPr lang="en-US" sz="1500" dirty="0">
                <a:solidFill>
                  <a:schemeClr val="tx2"/>
                </a:solidFill>
                <a:latin typeface="Times New Roman"/>
                <a:ea typeface="+mn-lt"/>
                <a:cs typeface="+mn-lt"/>
              </a:rPr>
              <a:t>:</a:t>
            </a:r>
            <a:br>
              <a:rPr lang="en-US" sz="1500" dirty="0">
                <a:latin typeface="Times New Roman"/>
                <a:ea typeface="+mn-lt"/>
                <a:cs typeface="+mn-lt"/>
              </a:rPr>
            </a:br>
            <a:r>
              <a:rPr lang="en-US" sz="1500" dirty="0" err="1">
                <a:solidFill>
                  <a:schemeClr val="tx2"/>
                </a:solidFill>
                <a:latin typeface="Times New Roman"/>
                <a:ea typeface="+mn-lt"/>
                <a:cs typeface="+mn-lt"/>
              </a:rPr>
              <a:t>ipad</a:t>
            </a:r>
            <a:r>
              <a:rPr lang="en-US" sz="1500" dirty="0">
                <a:solidFill>
                  <a:schemeClr val="tx2"/>
                </a:solidFill>
                <a:latin typeface="Times New Roman"/>
                <a:ea typeface="+mn-lt"/>
                <a:cs typeface="+mn-lt"/>
              </a:rPr>
              <a:t> = key XOR 0x36 (each byte)</a:t>
            </a:r>
            <a:br>
              <a:rPr lang="en-US" sz="1500" dirty="0">
                <a:latin typeface="Times New Roman"/>
                <a:ea typeface="+mn-lt"/>
                <a:cs typeface="+mn-lt"/>
              </a:rPr>
            </a:br>
            <a:r>
              <a:rPr lang="en-US" sz="1500" dirty="0">
                <a:solidFill>
                  <a:schemeClr val="tx2"/>
                </a:solidFill>
                <a:latin typeface="Times New Roman"/>
                <a:ea typeface="+mn-lt"/>
                <a:cs typeface="+mn-lt"/>
              </a:rPr>
              <a:t>opad = key XOR 0x5C (each byte)</a:t>
            </a:r>
            <a:br>
              <a:rPr lang="en-US" sz="1500" dirty="0">
                <a:latin typeface="Times New Roman"/>
                <a:ea typeface="+mn-lt"/>
                <a:cs typeface="+mn-lt"/>
              </a:rPr>
            </a:br>
            <a:r>
              <a:rPr lang="en-US" sz="1500" dirty="0">
                <a:solidFill>
                  <a:schemeClr val="tx2"/>
                </a:solidFill>
                <a:latin typeface="Times New Roman"/>
                <a:ea typeface="+mn-lt"/>
                <a:cs typeface="+mn-lt"/>
              </a:rPr>
              <a:t>These ensure the key is safely mixed for inner and outer hashes.</a:t>
            </a:r>
            <a:endParaRPr lang="en-US" sz="1500" dirty="0">
              <a:solidFill>
                <a:schemeClr val="tx2"/>
              </a:solidFill>
              <a:latin typeface="Times New Roman"/>
            </a:endParaRPr>
          </a:p>
          <a:p>
            <a:r>
              <a:rPr lang="en-US" sz="1500" b="1" dirty="0">
                <a:solidFill>
                  <a:schemeClr val="tx2"/>
                </a:solidFill>
                <a:latin typeface="Times New Roman"/>
                <a:ea typeface="+mn-lt"/>
                <a:cs typeface="+mn-lt"/>
              </a:rPr>
              <a:t>Step 3 - Compute HMAC</a:t>
            </a:r>
            <a:r>
              <a:rPr lang="en-US" sz="1500" dirty="0">
                <a:solidFill>
                  <a:schemeClr val="tx2"/>
                </a:solidFill>
                <a:latin typeface="Times New Roman"/>
                <a:ea typeface="+mn-lt"/>
                <a:cs typeface="+mn-lt"/>
              </a:rPr>
              <a:t>:</a:t>
            </a:r>
            <a:br>
              <a:rPr lang="en-US" sz="1500" dirty="0">
                <a:latin typeface="Times New Roman"/>
                <a:ea typeface="+mn-lt"/>
                <a:cs typeface="+mn-lt"/>
              </a:rPr>
            </a:br>
            <a:r>
              <a:rPr lang="en-US" sz="1500" dirty="0">
                <a:solidFill>
                  <a:schemeClr val="tx2"/>
                </a:solidFill>
                <a:latin typeface="Times New Roman"/>
                <a:ea typeface="+mn-lt"/>
                <a:cs typeface="+mn-lt"/>
              </a:rPr>
              <a:t>HMAC(K, m) = H( (K ⊕ </a:t>
            </a:r>
            <a:r>
              <a:rPr lang="en-US" sz="1500" dirty="0" err="1">
                <a:solidFill>
                  <a:schemeClr val="tx2"/>
                </a:solidFill>
                <a:latin typeface="Times New Roman"/>
                <a:ea typeface="+mn-lt"/>
                <a:cs typeface="+mn-lt"/>
              </a:rPr>
              <a:t>opad</a:t>
            </a:r>
            <a:r>
              <a:rPr lang="en-US" sz="1500" dirty="0">
                <a:solidFill>
                  <a:schemeClr val="tx2"/>
                </a:solidFill>
                <a:latin typeface="Times New Roman"/>
                <a:ea typeface="+mn-lt"/>
                <a:cs typeface="+mn-lt"/>
              </a:rPr>
              <a:t>) || H( (K ⊕ </a:t>
            </a:r>
            <a:r>
              <a:rPr lang="en-US" sz="1500" dirty="0" err="1">
                <a:solidFill>
                  <a:schemeClr val="tx2"/>
                </a:solidFill>
                <a:latin typeface="Times New Roman"/>
                <a:ea typeface="+mn-lt"/>
                <a:cs typeface="+mn-lt"/>
              </a:rPr>
              <a:t>ipad</a:t>
            </a:r>
            <a:r>
              <a:rPr lang="en-US" sz="1500" dirty="0">
                <a:solidFill>
                  <a:schemeClr val="tx2"/>
                </a:solidFill>
                <a:latin typeface="Times New Roman"/>
                <a:ea typeface="+mn-lt"/>
                <a:cs typeface="+mn-lt"/>
              </a:rPr>
              <a:t>) || m ) )</a:t>
            </a:r>
            <a:br>
              <a:rPr lang="en-US" sz="1500" dirty="0">
                <a:latin typeface="Times New Roman"/>
                <a:ea typeface="+mn-lt"/>
                <a:cs typeface="+mn-lt"/>
              </a:rPr>
            </a:br>
            <a:r>
              <a:rPr lang="en-US" sz="1500" dirty="0">
                <a:solidFill>
                  <a:schemeClr val="tx2"/>
                </a:solidFill>
                <a:latin typeface="Times New Roman"/>
                <a:ea typeface="+mn-lt"/>
                <a:cs typeface="+mn-lt"/>
              </a:rPr>
              <a:t>Inner hash: combine key ⊕ </a:t>
            </a:r>
            <a:r>
              <a:rPr lang="en-US" sz="1500" dirty="0" err="1">
                <a:solidFill>
                  <a:schemeClr val="tx2"/>
                </a:solidFill>
                <a:latin typeface="Times New Roman"/>
                <a:ea typeface="+mn-lt"/>
                <a:cs typeface="+mn-lt"/>
              </a:rPr>
              <a:t>ipad</a:t>
            </a:r>
            <a:r>
              <a:rPr lang="en-US" sz="1500" dirty="0">
                <a:solidFill>
                  <a:schemeClr val="tx2"/>
                </a:solidFill>
                <a:latin typeface="Times New Roman"/>
                <a:ea typeface="+mn-lt"/>
                <a:cs typeface="+mn-lt"/>
              </a:rPr>
              <a:t> with message, then hash.</a:t>
            </a:r>
            <a:br>
              <a:rPr lang="en-US" sz="1500" dirty="0">
                <a:latin typeface="Times New Roman"/>
                <a:ea typeface="+mn-lt"/>
                <a:cs typeface="+mn-lt"/>
              </a:rPr>
            </a:br>
            <a:r>
              <a:rPr lang="en-US" sz="1500" dirty="0">
                <a:solidFill>
                  <a:schemeClr val="tx2"/>
                </a:solidFill>
                <a:latin typeface="Times New Roman"/>
                <a:ea typeface="+mn-lt"/>
                <a:cs typeface="+mn-lt"/>
              </a:rPr>
              <a:t>Outer hash: combine key ⊕ </a:t>
            </a:r>
            <a:r>
              <a:rPr lang="en-US" sz="1500" dirty="0" err="1">
                <a:solidFill>
                  <a:schemeClr val="tx2"/>
                </a:solidFill>
                <a:latin typeface="Times New Roman"/>
                <a:ea typeface="+mn-lt"/>
                <a:cs typeface="+mn-lt"/>
              </a:rPr>
              <a:t>opad</a:t>
            </a:r>
            <a:r>
              <a:rPr lang="en-US" sz="1500" dirty="0">
                <a:solidFill>
                  <a:schemeClr val="tx2"/>
                </a:solidFill>
                <a:latin typeface="Times New Roman"/>
                <a:ea typeface="+mn-lt"/>
                <a:cs typeface="+mn-lt"/>
              </a:rPr>
              <a:t> with inner hash, then hash.</a:t>
            </a:r>
            <a:endParaRPr lang="en-US" sz="1500" dirty="0">
              <a:solidFill>
                <a:schemeClr val="tx2"/>
              </a:solidFill>
              <a:latin typeface="Times New Roman"/>
            </a:endParaRPr>
          </a:p>
          <a:p>
            <a:endParaRPr lang="en-US" sz="1500">
              <a:solidFill>
                <a:schemeClr val="tx2"/>
              </a:solidFill>
              <a:ea typeface="+mn-lt"/>
              <a:cs typeface="+mn-lt"/>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672410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71787D50-7E07-271F-0E43-DEBB242D01C8}"/>
              </a:ext>
            </a:extLst>
          </p:cNvPr>
          <p:cNvSpPr>
            <a:spLocks noGrp="1"/>
          </p:cNvSpPr>
          <p:nvPr>
            <p:ph type="title"/>
          </p:nvPr>
        </p:nvSpPr>
        <p:spPr>
          <a:xfrm>
            <a:off x="804672" y="2053641"/>
            <a:ext cx="3669161" cy="2760098"/>
          </a:xfrm>
        </p:spPr>
        <p:txBody>
          <a:bodyPr>
            <a:normAutofit/>
          </a:bodyPr>
          <a:lstStyle/>
          <a:p>
            <a:endParaRPr lang="en-US" sz="4000">
              <a:solidFill>
                <a:schemeClr val="tx2"/>
              </a:solidFill>
            </a:endParaRPr>
          </a:p>
        </p:txBody>
      </p:sp>
      <p:sp>
        <p:nvSpPr>
          <p:cNvPr id="3" name="Content Placeholder 2">
            <a:extLst>
              <a:ext uri="{FF2B5EF4-FFF2-40B4-BE49-F238E27FC236}">
                <a16:creationId xmlns:a16="http://schemas.microsoft.com/office/drawing/2014/main" id="{12F3E924-BD5B-D252-AEF9-889D709C15F5}"/>
              </a:ext>
            </a:extLst>
          </p:cNvPr>
          <p:cNvSpPr>
            <a:spLocks noGrp="1"/>
          </p:cNvSpPr>
          <p:nvPr>
            <p:ph idx="1"/>
          </p:nvPr>
        </p:nvSpPr>
        <p:spPr>
          <a:xfrm>
            <a:off x="6090574" y="801866"/>
            <a:ext cx="5306084" cy="5230634"/>
          </a:xfrm>
          <a:noFill/>
          <a:ln>
            <a:noFill/>
          </a:ln>
        </p:spPr>
        <p:txBody>
          <a:bodyPr vert="horz" lIns="91440" tIns="45720" rIns="91440" bIns="45720" rtlCol="0" anchor="ctr">
            <a:normAutofit/>
          </a:bodyPr>
          <a:lstStyle/>
          <a:p>
            <a:r>
              <a:rPr lang="en-US" sz="1800" b="1">
                <a:solidFill>
                  <a:schemeClr val="tx2"/>
                </a:solidFill>
                <a:latin typeface="Times New Roman"/>
                <a:ea typeface="+mn-lt"/>
                <a:cs typeface="+mn-lt"/>
              </a:rPr>
              <a:t>Step 4 - Output</a:t>
            </a:r>
            <a:r>
              <a:rPr lang="en-US" sz="1800">
                <a:solidFill>
                  <a:schemeClr val="tx2"/>
                </a:solidFill>
                <a:latin typeface="Times New Roman"/>
                <a:ea typeface="+mn-lt"/>
                <a:cs typeface="+mn-lt"/>
              </a:rPr>
              <a:t>:</a:t>
            </a:r>
            <a:br>
              <a:rPr lang="en-US" sz="1800">
                <a:solidFill>
                  <a:schemeClr val="tx2"/>
                </a:solidFill>
                <a:latin typeface="Times New Roman"/>
                <a:ea typeface="+mn-lt"/>
                <a:cs typeface="+mn-lt"/>
              </a:rPr>
            </a:br>
            <a:r>
              <a:rPr lang="en-US" sz="1800">
                <a:solidFill>
                  <a:schemeClr val="tx2"/>
                </a:solidFill>
                <a:latin typeface="Times New Roman"/>
                <a:ea typeface="+mn-lt"/>
                <a:cs typeface="+mn-lt"/>
              </a:rPr>
              <a:t>Final hash digest (e.g., 256-bit for SHA-256)</a:t>
            </a:r>
            <a:br>
              <a:rPr lang="en-US" sz="1800">
                <a:solidFill>
                  <a:schemeClr val="tx2"/>
                </a:solidFill>
                <a:latin typeface="Times New Roman"/>
                <a:ea typeface="+mn-lt"/>
                <a:cs typeface="+mn-lt"/>
              </a:rPr>
            </a:br>
            <a:r>
              <a:rPr lang="en-US" sz="1800">
                <a:solidFill>
                  <a:schemeClr val="tx2"/>
                </a:solidFill>
                <a:latin typeface="Times New Roman"/>
                <a:ea typeface="+mn-lt"/>
                <a:cs typeface="+mn-lt"/>
              </a:rPr>
              <a:t>Acts as message authentication code.</a:t>
            </a:r>
            <a:endParaRPr lang="en-US" sz="1800">
              <a:solidFill>
                <a:schemeClr val="tx2"/>
              </a:solidFill>
              <a:latin typeface="Times New Roman"/>
            </a:endParaRPr>
          </a:p>
          <a:p>
            <a:r>
              <a:rPr lang="en-US" sz="1800" b="1">
                <a:solidFill>
                  <a:schemeClr val="tx2"/>
                </a:solidFill>
                <a:latin typeface="Times New Roman"/>
                <a:ea typeface="+mn-lt"/>
                <a:cs typeface="+mn-lt"/>
              </a:rPr>
              <a:t>Purpose:</a:t>
            </a:r>
            <a:br>
              <a:rPr lang="en-US" sz="1800" b="1">
                <a:solidFill>
                  <a:schemeClr val="tx2"/>
                </a:solidFill>
                <a:latin typeface="Times New Roman"/>
                <a:ea typeface="+mn-lt"/>
                <a:cs typeface="+mn-lt"/>
              </a:rPr>
            </a:br>
            <a:r>
              <a:rPr lang="en-US" sz="1800">
                <a:solidFill>
                  <a:schemeClr val="tx2"/>
                </a:solidFill>
                <a:latin typeface="Times New Roman"/>
                <a:ea typeface="+mn-lt"/>
                <a:cs typeface="+mn-lt"/>
              </a:rPr>
              <a:t>Double hashing + key mixing prevents length-extension attacks.</a:t>
            </a:r>
            <a:br>
              <a:rPr lang="en-US" sz="1800">
                <a:solidFill>
                  <a:schemeClr val="tx2"/>
                </a:solidFill>
                <a:latin typeface="Times New Roman"/>
                <a:ea typeface="+mn-lt"/>
                <a:cs typeface="+mn-lt"/>
              </a:rPr>
            </a:br>
            <a:r>
              <a:rPr lang="en-US" sz="1800">
                <a:solidFill>
                  <a:schemeClr val="tx2"/>
                </a:solidFill>
                <a:latin typeface="Times New Roman"/>
                <a:ea typeface="+mn-lt"/>
                <a:cs typeface="+mn-lt"/>
              </a:rPr>
              <a:t>Ensures integrity and authenticity of the message.</a:t>
            </a:r>
            <a:endParaRPr lang="en-US" sz="1800">
              <a:solidFill>
                <a:schemeClr val="tx2"/>
              </a:solidFill>
              <a:latin typeface="Times New Roman"/>
            </a:endParaRPr>
          </a:p>
          <a:p>
            <a:endParaRPr lang="en-US" sz="1800" b="1">
              <a:solidFill>
                <a:schemeClr val="tx2"/>
              </a:solidFill>
              <a:latin typeface="Times New Roman"/>
              <a:ea typeface="+mn-lt"/>
              <a:cs typeface="+mn-lt"/>
            </a:endParaRPr>
          </a:p>
        </p:txBody>
      </p:sp>
    </p:spTree>
    <p:extLst>
      <p:ext uri="{BB962C8B-B14F-4D97-AF65-F5344CB8AC3E}">
        <p14:creationId xmlns:p14="http://schemas.microsoft.com/office/powerpoint/2010/main" val="1154430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FB46EA-FD0F-9358-1D0C-C07649E79401}"/>
              </a:ext>
            </a:extLst>
          </p:cNvPr>
          <p:cNvSpPr>
            <a:spLocks noGrp="1"/>
          </p:cNvSpPr>
          <p:nvPr>
            <p:ph type="title"/>
          </p:nvPr>
        </p:nvSpPr>
        <p:spPr>
          <a:xfrm>
            <a:off x="6094105" y="802955"/>
            <a:ext cx="4977976" cy="1454051"/>
          </a:xfrm>
        </p:spPr>
        <p:txBody>
          <a:bodyPr>
            <a:normAutofit/>
          </a:bodyPr>
          <a:lstStyle/>
          <a:p>
            <a:r>
              <a:rPr lang="en-US" sz="3600">
                <a:solidFill>
                  <a:schemeClr val="tx2"/>
                </a:solidFill>
                <a:latin typeface="Times New Roman"/>
                <a:ea typeface="+mj-lt"/>
                <a:cs typeface="+mj-lt"/>
              </a:rPr>
              <a:t>Sender Module</a:t>
            </a:r>
            <a:endParaRPr lang="en-US" sz="3600">
              <a:solidFill>
                <a:schemeClr val="tx2"/>
              </a:solidFill>
              <a:latin typeface="Times New Roman"/>
            </a:endParaRPr>
          </a:p>
        </p:txBody>
      </p:sp>
      <p:pic>
        <p:nvPicPr>
          <p:cNvPr id="7" name="Graphic 6" descr="Cloud Computing">
            <a:extLst>
              <a:ext uri="{FF2B5EF4-FFF2-40B4-BE49-F238E27FC236}">
                <a16:creationId xmlns:a16="http://schemas.microsoft.com/office/drawing/2014/main" id="{A646B7BA-C1C6-CF3B-C4A3-BDA07C34D2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073B2F98-F773-40E0-B5E5-7004AC262023}"/>
              </a:ext>
            </a:extLst>
          </p:cNvPr>
          <p:cNvSpPr>
            <a:spLocks noGrp="1"/>
          </p:cNvSpPr>
          <p:nvPr>
            <p:ph idx="1"/>
          </p:nvPr>
        </p:nvSpPr>
        <p:spPr>
          <a:xfrm>
            <a:off x="6090574" y="2421682"/>
            <a:ext cx="4977578" cy="3639289"/>
          </a:xfrm>
        </p:spPr>
        <p:txBody>
          <a:bodyPr vert="horz" lIns="91440" tIns="45720" rIns="91440" bIns="45720" rtlCol="0" anchor="ctr">
            <a:normAutofit/>
          </a:bodyPr>
          <a:lstStyle/>
          <a:p>
            <a:pPr marL="0" indent="0">
              <a:buNone/>
            </a:pPr>
            <a:r>
              <a:rPr lang="en-US" sz="1400" b="1">
                <a:solidFill>
                  <a:schemeClr val="tx2"/>
                </a:solidFill>
                <a:latin typeface="Times New Roman"/>
                <a:ea typeface="+mn-lt"/>
                <a:cs typeface="+mn-lt"/>
              </a:rPr>
              <a:t>Purpose:</a:t>
            </a:r>
            <a:br>
              <a:rPr lang="en-US" sz="1400">
                <a:solidFill>
                  <a:schemeClr val="tx2"/>
                </a:solidFill>
                <a:latin typeface="Times New Roman"/>
                <a:ea typeface="+mn-lt"/>
                <a:cs typeface="+mn-lt"/>
              </a:rPr>
            </a:br>
            <a:r>
              <a:rPr lang="en-US" sz="1400">
                <a:solidFill>
                  <a:schemeClr val="tx2"/>
                </a:solidFill>
                <a:latin typeface="Times New Roman"/>
                <a:ea typeface="+mn-lt"/>
                <a:cs typeface="+mn-lt"/>
              </a:rPr>
              <a:t> Creates a message, computes its SHA‑256 hash and HMAC, and sends them.</a:t>
            </a:r>
            <a:endParaRPr lang="en-US" sz="1400">
              <a:solidFill>
                <a:schemeClr val="tx2"/>
              </a:solidFill>
            </a:endParaRPr>
          </a:p>
          <a:p>
            <a:pPr marL="0" indent="0">
              <a:buNone/>
            </a:pPr>
            <a:r>
              <a:rPr lang="en-US" sz="1400" b="1" dirty="0">
                <a:solidFill>
                  <a:schemeClr val="tx2"/>
                </a:solidFill>
                <a:latin typeface="Times New Roman"/>
                <a:ea typeface="+mn-lt"/>
                <a:cs typeface="+mn-lt"/>
              </a:rPr>
              <a:t>What it does:</a:t>
            </a:r>
            <a:endParaRPr lang="en-US" sz="1400" dirty="0">
              <a:solidFill>
                <a:schemeClr val="tx2"/>
              </a:solidFill>
              <a:latin typeface="Times New Roman"/>
              <a:cs typeface="Times New Roman"/>
            </a:endParaRPr>
          </a:p>
          <a:p>
            <a:r>
              <a:rPr lang="en-US" sz="1400" dirty="0">
                <a:solidFill>
                  <a:schemeClr val="tx2"/>
                </a:solidFill>
                <a:latin typeface="Times New Roman"/>
                <a:ea typeface="+mn-lt"/>
                <a:cs typeface="+mn-lt"/>
              </a:rPr>
              <a:t>Takes user input for the message.</a:t>
            </a:r>
            <a:endParaRPr lang="en-US" sz="1400" dirty="0">
              <a:solidFill>
                <a:schemeClr val="tx2"/>
              </a:solidFill>
              <a:latin typeface="Times New Roman"/>
              <a:cs typeface="Times New Roman"/>
            </a:endParaRPr>
          </a:p>
          <a:p>
            <a:r>
              <a:rPr lang="en-US" sz="1400" dirty="0">
                <a:solidFill>
                  <a:schemeClr val="tx2"/>
                </a:solidFill>
                <a:latin typeface="Times New Roman"/>
                <a:ea typeface="+mn-lt"/>
                <a:cs typeface="+mn-lt"/>
              </a:rPr>
              <a:t>Uses </a:t>
            </a:r>
            <a:r>
              <a:rPr lang="en-US" sz="1400" dirty="0" err="1">
                <a:solidFill>
                  <a:schemeClr val="tx2"/>
                </a:solidFill>
                <a:latin typeface="Times New Roman"/>
                <a:cs typeface="Times New Roman"/>
              </a:rPr>
              <a:t>sender_process</a:t>
            </a:r>
            <a:r>
              <a:rPr lang="en-US" sz="1400" dirty="0">
                <a:solidFill>
                  <a:schemeClr val="tx2"/>
                </a:solidFill>
                <a:latin typeface="Times New Roman"/>
                <a:cs typeface="Times New Roman"/>
              </a:rPr>
              <a:t>()</a:t>
            </a:r>
            <a:r>
              <a:rPr lang="en-US" sz="1400" dirty="0">
                <a:solidFill>
                  <a:schemeClr val="tx2"/>
                </a:solidFill>
                <a:latin typeface="Times New Roman"/>
                <a:ea typeface="+mn-lt"/>
                <a:cs typeface="+mn-lt"/>
              </a:rPr>
              <a:t> to compute:</a:t>
            </a:r>
            <a:endParaRPr lang="en-US" sz="1400" dirty="0">
              <a:solidFill>
                <a:schemeClr val="tx2"/>
              </a:solidFill>
              <a:latin typeface="Times New Roman"/>
              <a:cs typeface="Times New Roman"/>
            </a:endParaRPr>
          </a:p>
          <a:p>
            <a:pPr lvl="1"/>
            <a:r>
              <a:rPr lang="en-US" sz="1400" dirty="0">
                <a:solidFill>
                  <a:schemeClr val="tx2"/>
                </a:solidFill>
                <a:latin typeface="Times New Roman"/>
                <a:ea typeface="+mn-lt"/>
                <a:cs typeface="+mn-lt"/>
              </a:rPr>
              <a:t>SHA‑256 hash of the message</a:t>
            </a:r>
            <a:endParaRPr lang="en-US" sz="1400" dirty="0">
              <a:solidFill>
                <a:schemeClr val="tx2"/>
              </a:solidFill>
              <a:latin typeface="Times New Roman"/>
              <a:cs typeface="Times New Roman"/>
            </a:endParaRPr>
          </a:p>
          <a:p>
            <a:pPr lvl="1"/>
            <a:r>
              <a:rPr lang="en-US" sz="1400" dirty="0">
                <a:solidFill>
                  <a:schemeClr val="tx2"/>
                </a:solidFill>
                <a:latin typeface="Times New Roman"/>
                <a:ea typeface="+mn-lt"/>
                <a:cs typeface="+mn-lt"/>
              </a:rPr>
              <a:t>HMAC (using key + SHA‑256)</a:t>
            </a:r>
            <a:endParaRPr lang="en-US" sz="1400" dirty="0">
              <a:solidFill>
                <a:schemeClr val="tx2"/>
              </a:solidFill>
              <a:latin typeface="Times New Roman"/>
              <a:cs typeface="Times New Roman"/>
            </a:endParaRPr>
          </a:p>
          <a:p>
            <a:r>
              <a:rPr lang="en-US" sz="1400">
                <a:solidFill>
                  <a:schemeClr val="tx2"/>
                </a:solidFill>
                <a:latin typeface="Times New Roman"/>
                <a:ea typeface="+mn-lt"/>
                <a:cs typeface="+mn-lt"/>
              </a:rPr>
              <a:t>Saves the message to </a:t>
            </a:r>
            <a:r>
              <a:rPr lang="en-US" sz="1400">
                <a:solidFill>
                  <a:schemeClr val="tx2"/>
                </a:solidFill>
                <a:latin typeface="Times New Roman"/>
                <a:cs typeface="Times New Roman"/>
              </a:rPr>
              <a:t>SENDER_FILE</a:t>
            </a:r>
            <a:r>
              <a:rPr lang="en-US" sz="1400">
                <a:solidFill>
                  <a:schemeClr val="tx2"/>
                </a:solidFill>
                <a:latin typeface="Times New Roman"/>
                <a:ea typeface="+mn-lt"/>
                <a:cs typeface="+mn-lt"/>
              </a:rPr>
              <a:t> (Mallory can change this).</a:t>
            </a:r>
            <a:endParaRPr lang="en-US" sz="1400">
              <a:solidFill>
                <a:schemeClr val="tx2"/>
              </a:solidFill>
              <a:latin typeface="Times New Roman"/>
              <a:cs typeface="Times New Roman"/>
            </a:endParaRPr>
          </a:p>
          <a:p>
            <a:r>
              <a:rPr lang="en-US" sz="1400">
                <a:solidFill>
                  <a:schemeClr val="tx2"/>
                </a:solidFill>
                <a:latin typeface="Times New Roman"/>
                <a:ea typeface="+mn-lt"/>
                <a:cs typeface="+mn-lt"/>
              </a:rPr>
              <a:t>Saves the HMAC to </a:t>
            </a:r>
            <a:r>
              <a:rPr lang="en-US" sz="1400">
                <a:solidFill>
                  <a:schemeClr val="tx2"/>
                </a:solidFill>
                <a:latin typeface="Times New Roman"/>
                <a:cs typeface="Times New Roman"/>
              </a:rPr>
              <a:t>HMAC_FILE</a:t>
            </a:r>
            <a:r>
              <a:rPr lang="en-US" sz="1400">
                <a:solidFill>
                  <a:schemeClr val="tx2"/>
                </a:solidFill>
                <a:latin typeface="Times New Roman"/>
                <a:ea typeface="+mn-lt"/>
                <a:cs typeface="+mn-lt"/>
              </a:rPr>
              <a:t> (Mallory cannot change this).</a:t>
            </a:r>
            <a:endParaRPr lang="en-US" sz="1400">
              <a:solidFill>
                <a:schemeClr val="tx2"/>
              </a:solidFill>
              <a:latin typeface="Times New Roman"/>
              <a:cs typeface="Times New Roman"/>
            </a:endParaRPr>
          </a:p>
          <a:p>
            <a:r>
              <a:rPr lang="en-US" sz="1400">
                <a:solidFill>
                  <a:schemeClr val="tx2"/>
                </a:solidFill>
                <a:latin typeface="Times New Roman"/>
                <a:ea typeface="+mn-lt"/>
                <a:cs typeface="+mn-lt"/>
              </a:rPr>
              <a:t>Prints confirmation.</a:t>
            </a:r>
            <a:endParaRPr lang="en-US" sz="1400">
              <a:solidFill>
                <a:schemeClr val="tx2"/>
              </a:solidFill>
              <a:latin typeface="Times New Roman"/>
            </a:endParaRPr>
          </a:p>
          <a:p>
            <a:endParaRPr lang="en-US" sz="1400">
              <a:solidFill>
                <a:schemeClr val="tx2"/>
              </a:solidFill>
              <a:latin typeface="Times New Roman"/>
              <a:cs typeface="Times New Roman"/>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644316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black background with white text&#10;&#10;AI-generated content may be incorrect.">
            <a:extLst>
              <a:ext uri="{FF2B5EF4-FFF2-40B4-BE49-F238E27FC236}">
                <a16:creationId xmlns:a16="http://schemas.microsoft.com/office/drawing/2014/main" id="{1251CBDB-DAB7-DB08-317C-8104D8A88B2B}"/>
              </a:ext>
            </a:extLst>
          </p:cNvPr>
          <p:cNvPicPr>
            <a:picLocks noGrp="1" noChangeAspect="1"/>
          </p:cNvPicPr>
          <p:nvPr>
            <p:ph idx="1"/>
          </p:nvPr>
        </p:nvPicPr>
        <p:blipFill>
          <a:blip r:embed="rId2"/>
          <a:stretch>
            <a:fillRect/>
          </a:stretch>
        </p:blipFill>
        <p:spPr>
          <a:xfrm>
            <a:off x="643467" y="2502070"/>
            <a:ext cx="10905066" cy="1853859"/>
          </a:xfrm>
          <a:prstGeom prst="rect">
            <a:avLst/>
          </a:prstGeom>
        </p:spPr>
      </p:pic>
    </p:spTree>
    <p:extLst>
      <p:ext uri="{BB962C8B-B14F-4D97-AF65-F5344CB8AC3E}">
        <p14:creationId xmlns:p14="http://schemas.microsoft.com/office/powerpoint/2010/main" val="2188998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1514B44-9475-41F7-0F1B-BDCA670B17B7}"/>
              </a:ext>
            </a:extLst>
          </p:cNvPr>
          <p:cNvSpPr>
            <a:spLocks noGrp="1"/>
          </p:cNvSpPr>
          <p:nvPr>
            <p:ph type="title"/>
          </p:nvPr>
        </p:nvSpPr>
        <p:spPr>
          <a:xfrm>
            <a:off x="640080" y="1243013"/>
            <a:ext cx="3855720" cy="4371974"/>
          </a:xfrm>
        </p:spPr>
        <p:txBody>
          <a:bodyPr>
            <a:normAutofit/>
          </a:bodyPr>
          <a:lstStyle/>
          <a:p>
            <a:r>
              <a:rPr lang="en-US" sz="3600">
                <a:solidFill>
                  <a:schemeClr val="tx2"/>
                </a:solidFill>
                <a:latin typeface="Times New Roman"/>
                <a:ea typeface="+mj-lt"/>
                <a:cs typeface="+mj-lt"/>
              </a:rPr>
              <a:t>Mallory (Attacker) Module</a:t>
            </a:r>
            <a:endParaRPr lang="en-US" sz="3600">
              <a:solidFill>
                <a:schemeClr val="tx2"/>
              </a:solidFill>
              <a:latin typeface="Times New Roman"/>
            </a:endParaRPr>
          </a:p>
        </p:txBody>
      </p:sp>
      <p:sp>
        <p:nvSpPr>
          <p:cNvPr id="3" name="Content Placeholder 2">
            <a:extLst>
              <a:ext uri="{FF2B5EF4-FFF2-40B4-BE49-F238E27FC236}">
                <a16:creationId xmlns:a16="http://schemas.microsoft.com/office/drawing/2014/main" id="{D8F656A2-FDEC-9C5D-3270-A0C588BC9045}"/>
              </a:ext>
            </a:extLst>
          </p:cNvPr>
          <p:cNvSpPr>
            <a:spLocks noGrp="1"/>
          </p:cNvSpPr>
          <p:nvPr>
            <p:ph idx="1"/>
          </p:nvPr>
        </p:nvSpPr>
        <p:spPr>
          <a:xfrm>
            <a:off x="6172200" y="804672"/>
            <a:ext cx="5221224" cy="5230368"/>
          </a:xfrm>
        </p:spPr>
        <p:txBody>
          <a:bodyPr vert="horz" lIns="91440" tIns="45720" rIns="91440" bIns="45720" rtlCol="0" anchor="ctr">
            <a:normAutofit/>
          </a:bodyPr>
          <a:lstStyle/>
          <a:p>
            <a:pPr marL="0" indent="0">
              <a:buNone/>
            </a:pPr>
            <a:r>
              <a:rPr lang="en-US" sz="1800" b="1">
                <a:solidFill>
                  <a:schemeClr val="tx2"/>
                </a:solidFill>
                <a:latin typeface="Times New Roman"/>
                <a:ea typeface="+mn-lt"/>
                <a:cs typeface="+mn-lt"/>
              </a:rPr>
              <a:t>Purpose:</a:t>
            </a:r>
            <a:br>
              <a:rPr lang="en-US" sz="1800">
                <a:solidFill>
                  <a:schemeClr val="tx2"/>
                </a:solidFill>
                <a:latin typeface="Times New Roman"/>
                <a:ea typeface="+mn-lt"/>
                <a:cs typeface="+mn-lt"/>
              </a:rPr>
            </a:br>
            <a:r>
              <a:rPr lang="en-US" sz="1800">
                <a:solidFill>
                  <a:schemeClr val="tx2"/>
                </a:solidFill>
                <a:latin typeface="Times New Roman"/>
                <a:ea typeface="+mn-lt"/>
                <a:cs typeface="+mn-lt"/>
              </a:rPr>
              <a:t> Intercepts the message and optionally modifies (tampers) it.</a:t>
            </a:r>
          </a:p>
          <a:p>
            <a:pPr>
              <a:buNone/>
            </a:pPr>
            <a:r>
              <a:rPr lang="en-US" sz="1800" b="1" dirty="0">
                <a:solidFill>
                  <a:schemeClr val="tx2"/>
                </a:solidFill>
                <a:latin typeface="Times New Roman"/>
                <a:ea typeface="+mn-lt"/>
                <a:cs typeface="+mn-lt"/>
              </a:rPr>
              <a:t>What it does:</a:t>
            </a:r>
            <a:endParaRPr lang="en-US" sz="1800" dirty="0">
              <a:solidFill>
                <a:schemeClr val="tx2"/>
              </a:solidFill>
              <a:latin typeface="Times New Roman"/>
              <a:cs typeface="Times New Roman"/>
            </a:endParaRPr>
          </a:p>
          <a:p>
            <a:pPr>
              <a:buFont typeface="Arial"/>
              <a:buChar char="•"/>
            </a:pPr>
            <a:r>
              <a:rPr lang="en-US" sz="1800">
                <a:solidFill>
                  <a:schemeClr val="tx2"/>
                </a:solidFill>
                <a:latin typeface="Times New Roman"/>
                <a:ea typeface="+mn-lt"/>
                <a:cs typeface="+mn-lt"/>
              </a:rPr>
              <a:t>Reads the message from </a:t>
            </a:r>
            <a:r>
              <a:rPr lang="en-US" sz="1800">
                <a:solidFill>
                  <a:schemeClr val="tx2"/>
                </a:solidFill>
                <a:latin typeface="Times New Roman"/>
                <a:cs typeface="Times New Roman"/>
              </a:rPr>
              <a:t>SENDER_FILE</a:t>
            </a:r>
            <a:r>
              <a:rPr lang="en-US" sz="1800">
                <a:solidFill>
                  <a:schemeClr val="tx2"/>
                </a:solidFill>
                <a:latin typeface="Times New Roman"/>
                <a:ea typeface="+mn-lt"/>
                <a:cs typeface="+mn-lt"/>
              </a:rPr>
              <a:t>.</a:t>
            </a:r>
            <a:endParaRPr lang="en-US" sz="1800">
              <a:solidFill>
                <a:schemeClr val="tx2"/>
              </a:solidFill>
              <a:latin typeface="Times New Roman"/>
              <a:cs typeface="Times New Roman"/>
            </a:endParaRPr>
          </a:p>
          <a:p>
            <a:pPr>
              <a:buFont typeface="Arial"/>
              <a:buChar char="•"/>
            </a:pPr>
            <a:r>
              <a:rPr lang="en-US" sz="1800">
                <a:solidFill>
                  <a:schemeClr val="tx2"/>
                </a:solidFill>
                <a:latin typeface="Times New Roman"/>
                <a:ea typeface="+mn-lt"/>
                <a:cs typeface="+mn-lt"/>
              </a:rPr>
              <a:t>Asks user:</a:t>
            </a:r>
            <a:endParaRPr lang="en-US" sz="1800">
              <a:solidFill>
                <a:schemeClr val="tx2"/>
              </a:solidFill>
              <a:latin typeface="Times New Roman"/>
              <a:cs typeface="Times New Roman"/>
            </a:endParaRPr>
          </a:p>
          <a:p>
            <a:pPr marL="971550" lvl="1" indent="-285750">
              <a:buFont typeface="Arial"/>
              <a:buChar char="•"/>
            </a:pPr>
            <a:r>
              <a:rPr lang="en-US" sz="1800">
                <a:solidFill>
                  <a:schemeClr val="tx2"/>
                </a:solidFill>
                <a:latin typeface="Times New Roman"/>
                <a:ea typeface="+mn-lt"/>
                <a:cs typeface="+mn-lt"/>
              </a:rPr>
              <a:t>Tamper (Y/N)?</a:t>
            </a:r>
            <a:endParaRPr lang="en-US" sz="1800">
              <a:solidFill>
                <a:schemeClr val="tx2"/>
              </a:solidFill>
              <a:latin typeface="Times New Roman"/>
              <a:cs typeface="Times New Roman"/>
            </a:endParaRPr>
          </a:p>
          <a:p>
            <a:pPr>
              <a:buFont typeface="Arial"/>
              <a:buChar char="•"/>
            </a:pPr>
            <a:r>
              <a:rPr lang="en-US" sz="1800">
                <a:solidFill>
                  <a:schemeClr val="tx2"/>
                </a:solidFill>
                <a:latin typeface="Times New Roman"/>
                <a:ea typeface="+mn-lt"/>
                <a:cs typeface="+mn-lt"/>
              </a:rPr>
              <a:t>If tampered → attacker replaces the message.</a:t>
            </a:r>
            <a:endParaRPr lang="en-US" sz="1800">
              <a:solidFill>
                <a:schemeClr val="tx2"/>
              </a:solidFill>
              <a:latin typeface="Times New Roman"/>
              <a:cs typeface="Times New Roman"/>
            </a:endParaRPr>
          </a:p>
          <a:p>
            <a:pPr>
              <a:buFont typeface="Arial"/>
              <a:buChar char="•"/>
            </a:pPr>
            <a:r>
              <a:rPr lang="en-US" sz="1800">
                <a:solidFill>
                  <a:schemeClr val="tx2"/>
                </a:solidFill>
                <a:latin typeface="Times New Roman"/>
                <a:ea typeface="+mn-lt"/>
                <a:cs typeface="+mn-lt"/>
              </a:rPr>
              <a:t>Writes the final (attacked or original) message to </a:t>
            </a:r>
            <a:r>
              <a:rPr lang="en-US" sz="1800">
                <a:solidFill>
                  <a:schemeClr val="tx2"/>
                </a:solidFill>
                <a:latin typeface="Times New Roman"/>
                <a:cs typeface="Times New Roman"/>
              </a:rPr>
              <a:t>MALLORY_FILE</a:t>
            </a:r>
            <a:r>
              <a:rPr lang="en-US" sz="1800">
                <a:solidFill>
                  <a:schemeClr val="tx2"/>
                </a:solidFill>
                <a:latin typeface="Times New Roman"/>
                <a:ea typeface="+mn-lt"/>
                <a:cs typeface="+mn-lt"/>
              </a:rPr>
              <a:t>.</a:t>
            </a:r>
            <a:endParaRPr lang="en-US" sz="1800">
              <a:solidFill>
                <a:schemeClr val="tx2"/>
              </a:solidFill>
              <a:latin typeface="Times New Roman"/>
              <a:cs typeface="Times New Roman"/>
            </a:endParaRPr>
          </a:p>
          <a:p>
            <a:pPr marL="0" indent="0">
              <a:buNone/>
            </a:pPr>
            <a:endParaRPr lang="en-US" sz="1800">
              <a:solidFill>
                <a:schemeClr val="tx2"/>
              </a:solidFill>
              <a:latin typeface="Times New Roman"/>
              <a:cs typeface="Times New Roman"/>
            </a:endParaRPr>
          </a:p>
        </p:txBody>
      </p:sp>
    </p:spTree>
    <p:extLst>
      <p:ext uri="{BB962C8B-B14F-4D97-AF65-F5344CB8AC3E}">
        <p14:creationId xmlns:p14="http://schemas.microsoft.com/office/powerpoint/2010/main" val="779305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348C5-1564-8825-5EF4-B82C2155F478}"/>
              </a:ext>
            </a:extLst>
          </p:cNvPr>
          <p:cNvSpPr>
            <a:spLocks noGrp="1"/>
          </p:cNvSpPr>
          <p:nvPr>
            <p:ph type="title"/>
          </p:nvPr>
        </p:nvSpPr>
        <p:spPr/>
        <p:txBody>
          <a:bodyPr/>
          <a:lstStyle/>
          <a:p>
            <a:endParaRPr lang="en-US"/>
          </a:p>
        </p:txBody>
      </p:sp>
      <p:pic>
        <p:nvPicPr>
          <p:cNvPr id="4" name="Content Placeholder 3" descr="A black screen with white text&#10;&#10;AI-generated content may be incorrect.">
            <a:extLst>
              <a:ext uri="{FF2B5EF4-FFF2-40B4-BE49-F238E27FC236}">
                <a16:creationId xmlns:a16="http://schemas.microsoft.com/office/drawing/2014/main" id="{969EB14B-7067-3ABD-4486-B72E217C2EE8}"/>
              </a:ext>
            </a:extLst>
          </p:cNvPr>
          <p:cNvPicPr>
            <a:picLocks noGrp="1" noChangeAspect="1"/>
          </p:cNvPicPr>
          <p:nvPr>
            <p:ph idx="1"/>
          </p:nvPr>
        </p:nvPicPr>
        <p:blipFill>
          <a:blip r:embed="rId2"/>
          <a:stretch>
            <a:fillRect/>
          </a:stretch>
        </p:blipFill>
        <p:spPr>
          <a:xfrm>
            <a:off x="1009650" y="2905919"/>
            <a:ext cx="10172700" cy="2190750"/>
          </a:xfrm>
          <a:prstGeom prst="rect">
            <a:avLst/>
          </a:prstGeom>
        </p:spPr>
      </p:pic>
    </p:spTree>
    <p:extLst>
      <p:ext uri="{BB962C8B-B14F-4D97-AF65-F5344CB8AC3E}">
        <p14:creationId xmlns:p14="http://schemas.microsoft.com/office/powerpoint/2010/main" val="1241596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C5670F7-E10F-A3B4-6289-98DBF877683A}"/>
              </a:ext>
            </a:extLst>
          </p:cNvPr>
          <p:cNvSpPr>
            <a:spLocks noGrp="1"/>
          </p:cNvSpPr>
          <p:nvPr>
            <p:ph type="title"/>
          </p:nvPr>
        </p:nvSpPr>
        <p:spPr>
          <a:xfrm>
            <a:off x="640080" y="1243013"/>
            <a:ext cx="3855720" cy="4371974"/>
          </a:xfrm>
        </p:spPr>
        <p:txBody>
          <a:bodyPr>
            <a:normAutofit/>
          </a:bodyPr>
          <a:lstStyle/>
          <a:p>
            <a:r>
              <a:rPr lang="en-US" sz="3600">
                <a:solidFill>
                  <a:schemeClr val="tx2"/>
                </a:solidFill>
                <a:latin typeface="Times New Roman"/>
                <a:ea typeface="+mj-lt"/>
                <a:cs typeface="+mj-lt"/>
              </a:rPr>
              <a:t>Receiver Module</a:t>
            </a:r>
            <a:endParaRPr lang="en-US" sz="3600">
              <a:solidFill>
                <a:schemeClr val="tx2"/>
              </a:solidFill>
              <a:latin typeface="Times New Roman"/>
            </a:endParaRPr>
          </a:p>
        </p:txBody>
      </p:sp>
      <p:sp>
        <p:nvSpPr>
          <p:cNvPr id="3" name="Content Placeholder 2">
            <a:extLst>
              <a:ext uri="{FF2B5EF4-FFF2-40B4-BE49-F238E27FC236}">
                <a16:creationId xmlns:a16="http://schemas.microsoft.com/office/drawing/2014/main" id="{3B58EF3A-8F49-DC93-B793-1250717B1E83}"/>
              </a:ext>
            </a:extLst>
          </p:cNvPr>
          <p:cNvSpPr>
            <a:spLocks noGrp="1"/>
          </p:cNvSpPr>
          <p:nvPr>
            <p:ph idx="1"/>
          </p:nvPr>
        </p:nvSpPr>
        <p:spPr>
          <a:xfrm>
            <a:off x="6172200" y="804672"/>
            <a:ext cx="5221224" cy="5230368"/>
          </a:xfrm>
        </p:spPr>
        <p:txBody>
          <a:bodyPr vert="horz" lIns="91440" tIns="45720" rIns="91440" bIns="45720" rtlCol="0" anchor="ctr">
            <a:normAutofit/>
          </a:bodyPr>
          <a:lstStyle/>
          <a:p>
            <a:pPr marL="0" indent="0">
              <a:buNone/>
            </a:pPr>
            <a:r>
              <a:rPr lang="en-US" sz="1800" b="1">
                <a:solidFill>
                  <a:schemeClr val="tx2"/>
                </a:solidFill>
                <a:latin typeface="Times New Roman"/>
                <a:ea typeface="+mn-lt"/>
                <a:cs typeface="+mn-lt"/>
              </a:rPr>
              <a:t>Purpose:</a:t>
            </a:r>
            <a:br>
              <a:rPr lang="en-US" sz="1800">
                <a:solidFill>
                  <a:schemeClr val="tx2"/>
                </a:solidFill>
                <a:latin typeface="Times New Roman"/>
                <a:ea typeface="+mn-lt"/>
                <a:cs typeface="+mn-lt"/>
              </a:rPr>
            </a:br>
            <a:r>
              <a:rPr lang="en-US" sz="1800">
                <a:solidFill>
                  <a:schemeClr val="tx2"/>
                </a:solidFill>
                <a:latin typeface="Times New Roman"/>
                <a:ea typeface="+mn-lt"/>
                <a:cs typeface="+mn-lt"/>
              </a:rPr>
              <a:t> Verifies whether the received message is original or tampered.</a:t>
            </a:r>
          </a:p>
          <a:p>
            <a:pPr>
              <a:buNone/>
            </a:pPr>
            <a:r>
              <a:rPr lang="en-US" sz="1800" b="1" dirty="0">
                <a:solidFill>
                  <a:schemeClr val="tx2"/>
                </a:solidFill>
                <a:latin typeface="Times New Roman"/>
                <a:ea typeface="+mn-lt"/>
                <a:cs typeface="+mn-lt"/>
              </a:rPr>
              <a:t>What it does:</a:t>
            </a:r>
            <a:endParaRPr lang="en-US" sz="1800" dirty="0">
              <a:solidFill>
                <a:schemeClr val="tx2"/>
              </a:solidFill>
              <a:latin typeface="Times New Roman"/>
              <a:cs typeface="Times New Roman"/>
            </a:endParaRPr>
          </a:p>
          <a:p>
            <a:pPr>
              <a:buFont typeface="Arial"/>
              <a:buChar char="•"/>
            </a:pPr>
            <a:r>
              <a:rPr lang="en-US" sz="1800">
                <a:solidFill>
                  <a:schemeClr val="tx2"/>
                </a:solidFill>
                <a:latin typeface="Times New Roman"/>
                <a:ea typeface="+mn-lt"/>
                <a:cs typeface="+mn-lt"/>
              </a:rPr>
              <a:t>Reads final message from Mallory (</a:t>
            </a:r>
            <a:r>
              <a:rPr lang="en-US" sz="1800">
                <a:solidFill>
                  <a:schemeClr val="tx2"/>
                </a:solidFill>
                <a:latin typeface="Times New Roman"/>
                <a:cs typeface="Times New Roman"/>
              </a:rPr>
              <a:t>MALLORY_FILE</a:t>
            </a:r>
            <a:r>
              <a:rPr lang="en-US" sz="1800">
                <a:solidFill>
                  <a:schemeClr val="tx2"/>
                </a:solidFill>
                <a:latin typeface="Times New Roman"/>
                <a:ea typeface="+mn-lt"/>
                <a:cs typeface="+mn-lt"/>
              </a:rPr>
              <a:t>).</a:t>
            </a:r>
            <a:endParaRPr lang="en-US" sz="1800">
              <a:solidFill>
                <a:schemeClr val="tx2"/>
              </a:solidFill>
              <a:latin typeface="Times New Roman"/>
              <a:cs typeface="Times New Roman"/>
            </a:endParaRPr>
          </a:p>
          <a:p>
            <a:pPr>
              <a:buFont typeface="Arial"/>
              <a:buChar char="•"/>
            </a:pPr>
            <a:r>
              <a:rPr lang="en-US" sz="1800">
                <a:solidFill>
                  <a:schemeClr val="tx2"/>
                </a:solidFill>
                <a:latin typeface="Times New Roman"/>
                <a:ea typeface="+mn-lt"/>
                <a:cs typeface="+mn-lt"/>
              </a:rPr>
              <a:t>Reads the original HMAC from Sender (</a:t>
            </a:r>
            <a:r>
              <a:rPr lang="en-US" sz="1800">
                <a:solidFill>
                  <a:schemeClr val="tx2"/>
                </a:solidFill>
                <a:latin typeface="Times New Roman"/>
                <a:cs typeface="Times New Roman"/>
              </a:rPr>
              <a:t>HMAC_FILE</a:t>
            </a:r>
            <a:r>
              <a:rPr lang="en-US" sz="1800">
                <a:solidFill>
                  <a:schemeClr val="tx2"/>
                </a:solidFill>
                <a:latin typeface="Times New Roman"/>
                <a:ea typeface="+mn-lt"/>
                <a:cs typeface="+mn-lt"/>
              </a:rPr>
              <a:t>).</a:t>
            </a:r>
            <a:endParaRPr lang="en-US" sz="1800">
              <a:solidFill>
                <a:schemeClr val="tx2"/>
              </a:solidFill>
              <a:latin typeface="Times New Roman"/>
              <a:cs typeface="Times New Roman"/>
            </a:endParaRPr>
          </a:p>
          <a:p>
            <a:pPr>
              <a:buFont typeface="Arial"/>
              <a:buChar char="•"/>
            </a:pPr>
            <a:r>
              <a:rPr lang="en-US" sz="1800">
                <a:solidFill>
                  <a:schemeClr val="tx2"/>
                </a:solidFill>
                <a:latin typeface="Times New Roman"/>
                <a:ea typeface="+mn-lt"/>
                <a:cs typeface="+mn-lt"/>
              </a:rPr>
              <a:t>Recomputes HMAC using the same key and SHA‑256.</a:t>
            </a:r>
            <a:endParaRPr lang="en-US" sz="1800">
              <a:solidFill>
                <a:schemeClr val="tx2"/>
              </a:solidFill>
              <a:latin typeface="Times New Roman"/>
              <a:cs typeface="Times New Roman"/>
            </a:endParaRPr>
          </a:p>
          <a:p>
            <a:pPr>
              <a:buFont typeface="Arial"/>
              <a:buChar char="•"/>
            </a:pPr>
            <a:r>
              <a:rPr lang="en-US" sz="1800">
                <a:solidFill>
                  <a:schemeClr val="tx2"/>
                </a:solidFill>
                <a:latin typeface="Times New Roman"/>
                <a:ea typeface="+mn-lt"/>
                <a:cs typeface="+mn-lt"/>
              </a:rPr>
              <a:t>Compares:</a:t>
            </a:r>
            <a:br>
              <a:rPr lang="en-US" sz="1800">
                <a:solidFill>
                  <a:schemeClr val="tx2"/>
                </a:solidFill>
                <a:latin typeface="Times New Roman"/>
                <a:ea typeface="+mn-lt"/>
                <a:cs typeface="+mn-lt"/>
              </a:rPr>
            </a:br>
            <a:r>
              <a:rPr lang="en-US" sz="1800">
                <a:solidFill>
                  <a:schemeClr val="tx2"/>
                </a:solidFill>
                <a:ea typeface="+mn-lt"/>
                <a:cs typeface="+mn-lt"/>
              </a:rPr>
              <a:t>If computed_hmac == sender_hmac:  Message is SAFE , else: TAMPERED </a:t>
            </a:r>
            <a:br>
              <a:rPr lang="en-US" sz="1800">
                <a:solidFill>
                  <a:schemeClr val="tx2"/>
                </a:solidFill>
                <a:ea typeface="+mn-lt"/>
                <a:cs typeface="+mn-lt"/>
              </a:rPr>
            </a:br>
            <a:endParaRPr lang="en-US" sz="1800">
              <a:solidFill>
                <a:schemeClr val="tx2"/>
              </a:solidFill>
            </a:endParaRPr>
          </a:p>
          <a:p>
            <a:pPr marL="0" indent="0">
              <a:buNone/>
            </a:pPr>
            <a:endParaRPr lang="en-US" sz="1800">
              <a:solidFill>
                <a:schemeClr val="tx2"/>
              </a:solidFill>
              <a:latin typeface="Times New Roman"/>
              <a:cs typeface="Times New Roman"/>
            </a:endParaRPr>
          </a:p>
        </p:txBody>
      </p:sp>
    </p:spTree>
    <p:extLst>
      <p:ext uri="{BB962C8B-B14F-4D97-AF65-F5344CB8AC3E}">
        <p14:creationId xmlns:p14="http://schemas.microsoft.com/office/powerpoint/2010/main" val="3408390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477CD-890C-1923-756B-869A79856124}"/>
              </a:ext>
            </a:extLst>
          </p:cNvPr>
          <p:cNvSpPr>
            <a:spLocks noGrp="1"/>
          </p:cNvSpPr>
          <p:nvPr>
            <p:ph type="title"/>
          </p:nvPr>
        </p:nvSpPr>
        <p:spPr/>
        <p:txBody>
          <a:bodyPr/>
          <a:lstStyle/>
          <a:p>
            <a:endParaRPr lang="en-US"/>
          </a:p>
        </p:txBody>
      </p:sp>
      <p:pic>
        <p:nvPicPr>
          <p:cNvPr id="5" name="Content Placeholder 4" descr="A black background with white text&#10;&#10;AI-generated content may be incorrect.">
            <a:extLst>
              <a:ext uri="{FF2B5EF4-FFF2-40B4-BE49-F238E27FC236}">
                <a16:creationId xmlns:a16="http://schemas.microsoft.com/office/drawing/2014/main" id="{9BD88B6D-1CD0-0353-2D62-88530EF0A38D}"/>
              </a:ext>
            </a:extLst>
          </p:cNvPr>
          <p:cNvPicPr>
            <a:picLocks noGrp="1" noChangeAspect="1"/>
          </p:cNvPicPr>
          <p:nvPr>
            <p:ph idx="1"/>
          </p:nvPr>
        </p:nvPicPr>
        <p:blipFill>
          <a:blip r:embed="rId2"/>
          <a:stretch>
            <a:fillRect/>
          </a:stretch>
        </p:blipFill>
        <p:spPr>
          <a:xfrm>
            <a:off x="838200" y="3132687"/>
            <a:ext cx="10515600" cy="1737214"/>
          </a:xfrm>
          <a:prstGeom prst="rect">
            <a:avLst/>
          </a:prstGeom>
        </p:spPr>
      </p:pic>
    </p:spTree>
    <p:extLst>
      <p:ext uri="{BB962C8B-B14F-4D97-AF65-F5344CB8AC3E}">
        <p14:creationId xmlns:p14="http://schemas.microsoft.com/office/powerpoint/2010/main" val="2768623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854572-7A31-DCD6-19C6-16C9CC5712A2}"/>
              </a:ext>
            </a:extLst>
          </p:cNvPr>
          <p:cNvSpPr>
            <a:spLocks noGrp="1"/>
          </p:cNvSpPr>
          <p:nvPr>
            <p:ph type="title"/>
          </p:nvPr>
        </p:nvSpPr>
        <p:spPr>
          <a:xfrm>
            <a:off x="6094105" y="802955"/>
            <a:ext cx="4977976" cy="1454051"/>
          </a:xfrm>
        </p:spPr>
        <p:txBody>
          <a:bodyPr>
            <a:normAutofit/>
          </a:bodyPr>
          <a:lstStyle/>
          <a:p>
            <a:r>
              <a:rPr lang="en-US" sz="3600">
                <a:solidFill>
                  <a:schemeClr val="tx2"/>
                </a:solidFill>
                <a:latin typeface="Times New Roman"/>
                <a:cs typeface="Times New Roman"/>
              </a:rPr>
              <a:t>Conclusion</a:t>
            </a:r>
          </a:p>
        </p:txBody>
      </p:sp>
      <p:pic>
        <p:nvPicPr>
          <p:cNvPr id="7" name="Graphic 6" descr="Subtitles">
            <a:extLst>
              <a:ext uri="{FF2B5EF4-FFF2-40B4-BE49-F238E27FC236}">
                <a16:creationId xmlns:a16="http://schemas.microsoft.com/office/drawing/2014/main" id="{22C803D0-D150-A3CD-5C6E-2FD1698B25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39FBF285-8067-8C21-DC3A-169E4949E9A7}"/>
              </a:ext>
            </a:extLst>
          </p:cNvPr>
          <p:cNvSpPr>
            <a:spLocks noGrp="1"/>
          </p:cNvSpPr>
          <p:nvPr>
            <p:ph idx="1"/>
          </p:nvPr>
        </p:nvSpPr>
        <p:spPr>
          <a:xfrm>
            <a:off x="6090574" y="2421682"/>
            <a:ext cx="4977578" cy="3639289"/>
          </a:xfrm>
        </p:spPr>
        <p:txBody>
          <a:bodyPr vert="horz" lIns="91440" tIns="45720" rIns="91440" bIns="45720" rtlCol="0" anchor="ctr">
            <a:normAutofit/>
          </a:bodyPr>
          <a:lstStyle/>
          <a:p>
            <a:r>
              <a:rPr lang="en-US" sz="1800">
                <a:solidFill>
                  <a:schemeClr val="tx2"/>
                </a:solidFill>
                <a:latin typeface="Times New Roman"/>
                <a:ea typeface="+mn-lt"/>
                <a:cs typeface="+mn-lt"/>
              </a:rPr>
              <a:t>HMAC provides a secure method to ensure both integrity and authenticity of messages.</a:t>
            </a:r>
            <a:endParaRPr lang="en-US" sz="1800">
              <a:solidFill>
                <a:schemeClr val="tx2"/>
              </a:solidFill>
              <a:latin typeface="Times New Roman"/>
              <a:cs typeface="Times New Roman"/>
            </a:endParaRPr>
          </a:p>
          <a:p>
            <a:r>
              <a:rPr lang="en-US" sz="1800">
                <a:solidFill>
                  <a:schemeClr val="tx2"/>
                </a:solidFill>
                <a:latin typeface="Times New Roman"/>
                <a:ea typeface="+mn-lt"/>
                <a:cs typeface="+mn-lt"/>
              </a:rPr>
              <a:t>Even if an attacker (Mallory) can intercept and modify the message, they cannot generate a valid HMAC without the secret key.</a:t>
            </a:r>
            <a:endParaRPr lang="en-US" sz="1800">
              <a:solidFill>
                <a:schemeClr val="tx2"/>
              </a:solidFill>
              <a:latin typeface="Times New Roman"/>
              <a:cs typeface="Times New Roman"/>
            </a:endParaRPr>
          </a:p>
          <a:p>
            <a:r>
              <a:rPr lang="en-US" sz="1800">
                <a:solidFill>
                  <a:schemeClr val="tx2"/>
                </a:solidFill>
                <a:latin typeface="Times New Roman"/>
                <a:ea typeface="+mn-lt"/>
                <a:cs typeface="+mn-lt"/>
              </a:rPr>
              <a:t>The receiver can detect any tampering by recomputing and verifying the HMAC.</a:t>
            </a:r>
            <a:endParaRPr lang="en-US" sz="1800">
              <a:solidFill>
                <a:schemeClr val="tx2"/>
              </a:solidFill>
              <a:latin typeface="Times New Roman"/>
              <a:cs typeface="Times New Roman"/>
            </a:endParaRPr>
          </a:p>
          <a:p>
            <a:r>
              <a:rPr lang="en-US" sz="1800">
                <a:solidFill>
                  <a:schemeClr val="tx2"/>
                </a:solidFill>
                <a:latin typeface="Times New Roman"/>
                <a:ea typeface="+mn-lt"/>
                <a:cs typeface="+mn-lt"/>
              </a:rPr>
              <a:t>This demonstrates how HMAC protects communication against forgery, message substitution, and other attacks.</a:t>
            </a:r>
            <a:endParaRPr lang="en-US" sz="1800">
              <a:solidFill>
                <a:schemeClr val="tx2"/>
              </a:solidFill>
              <a:latin typeface="Times New Roman"/>
              <a:cs typeface="Times New Roman"/>
            </a:endParaRPr>
          </a:p>
          <a:p>
            <a:r>
              <a:rPr lang="en-US" sz="1800">
                <a:solidFill>
                  <a:schemeClr val="tx2"/>
                </a:solidFill>
                <a:latin typeface="Times New Roman"/>
                <a:ea typeface="+mn-lt"/>
                <a:cs typeface="+mn-lt"/>
              </a:rPr>
              <a:t>Using a hash function with a secret key (HMAC) is far more secure than using a hash alone.</a:t>
            </a:r>
            <a:endParaRPr lang="en-US" sz="1800">
              <a:solidFill>
                <a:schemeClr val="tx2"/>
              </a:solidFill>
              <a:latin typeface="Times New Roman"/>
            </a:endParaRPr>
          </a:p>
          <a:p>
            <a:endParaRPr lang="en-US" sz="180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08587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HMAC</vt:lpstr>
      <vt:lpstr>Introduction</vt:lpstr>
      <vt:lpstr>What is Hashing?</vt:lpstr>
      <vt:lpstr>Why MAC?</vt:lpstr>
      <vt:lpstr>Why HMAC?</vt:lpstr>
      <vt:lpstr>Internal Working of HMAC </vt:lpstr>
      <vt:lpstr>PowerPoint Presentation</vt:lpstr>
      <vt:lpstr>Sender Module</vt:lpstr>
      <vt:lpstr>PowerPoint Presentation</vt:lpstr>
      <vt:lpstr>Mallory (Attacker) Module</vt:lpstr>
      <vt:lpstr>PowerPoint Presentation</vt:lpstr>
      <vt:lpstr>Receiver Module</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227</cp:revision>
  <dcterms:created xsi:type="dcterms:W3CDTF">2025-11-24T02:21:40Z</dcterms:created>
  <dcterms:modified xsi:type="dcterms:W3CDTF">2025-11-24T06:14:22Z</dcterms:modified>
</cp:coreProperties>
</file>